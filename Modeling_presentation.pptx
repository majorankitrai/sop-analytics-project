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25.712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0,'0'5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31.877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144 7830,'5'0,"7"0,6 0,6 0,3 0,2 0,1 0,1 0,0 0,-1 0,1 0,-1 0,-6-5,0-2,4-5,3 0,1 2,-5-2,-7-5,4-4,1 2,3 3,-4 0,-5-2,-2 2,1 3,-2-1,-3-2,0 0,-1-1,-3-3,1-4,0-2,3-2,-1-1,-2-1,2 5,4 2,4-1,-1-1,-4-1,6-1,-1-1,-4-1,-5-6,-3-1,1-5,-1-11,-1-1,-3 3,4 10,0 7,-2 4,-1-3,-1-1,-3-6,0-5,-1-1,5-2,2-4,-1-12,-1-2,-2 6,0 8,-2 2,-1 5,0 5,0 3,0-1,-1 0,1 1,0 3,0 0,0 2,0 1,0 1,0 0,0-1,0 1,0 0,0 0,0-1,0-5,0-6,0-16,0-4,0-2,0-5,5 5,2 2,-1 2,0 5,-3 8,0 6,-2 5,-1-2,0 1,0 1,0 2,0 1,-1-4,1-5,0-2,-5 2,-2 3,1 3,0 2,3 2,0-4,2-6,1-1,0 1,0-1,0 0,0 3,1 2,-1-1,0 0,0-4,0-4,0-10,0-5,0-8,0-1,0-4,0-11,0-9,0 0,0 11,5 16,2 12,-1 13,0 6,-3 6,0-3,-2 0,-1 0,0-4,0-11,0-8,0-4,-1 4,1 0,0 5,0 7,0 5,0 4,-5 9,-2 3,1 0,0 0,3-2,0-1,2-2,1-5,0-8,0-2,0-3,0 0,1 4,-1 4,0 3,0 2,-5 8,-2-3,1-6,0-3,3 0,0 2,2 1,0-3,1-1,1 2,-1 1,0 2,0 1,-4 7,-3-8,1-8,1-3,2-3,1-5,1 3,0 4,-4 10,-2 5,1-1,1-2,-3 1,-1-9,1-9,2 1,3 2,0 5,-2 9,-2 6,1 1,-4 6,0 2,2-2,2-3,2-2,2-1,1-2,0-1,-3-1,-2 0,0 0,2 0,-5 5,0 2,2 0,-4-2,0-1,3-1,2-1,-3-1,0-1,2 1,-3 4,0 2,-3 5,-5 5,-4 5,-3 4,2-3,0 0,0 2,-7 0,-4 3,0 0,0 1,1 1,1 0,1 1,1-1,0 0,0 1,1-11,0-4,-1 2,1 2,0 2,4-1,2 0,0 1,-1 3,-2 2,-1 1,-2 1,0 1,9 0,14 1,12-1,6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35.346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167 0,'0'5,"0"7,0 11,0 7,-5-2,-2 0,0-1,-3 1,-5 1,-1 0,4 0,-3-5,-2-1,-5-5,3 0,3-8,11-6,10-4,5-7,5-2,6 1,3 1,4 2,1 2,2 1,0 1,-1 1,1 1,-1-1,-5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38.307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333 0,'-5'5,"-2"7,-4 6,-6 5,-5 4,-3-3,-3-5,3-1,2-4,3 1,2-2,-3-3,-1-4,-3-3,-2-1,3-6,12-3,12 0,11 1,9 2,6 2,4 0,1 2,1 0,0 0,0 0,-2 0,1 1,-6 4,-2 6,0 2,1-1,2-3,-3 1,-2 0,-3 3,-1-1,-2 3,1-1,2-3,4-4,-2 3,-5-1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41.048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43.465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120 1,'-5'0,"-7"10,-1 8,-3 7,0 3,-1 2,2 2,4 0,3-1,3 0,3-11,6-8,3-12,0-10,4-9,0-7,3-3,-1-2,3 5,-2 1,2 4,-2 2,2 4,3 5,4 3,2 3,-2 8,-6 7,-6 8,-4 5,-4 4,4 2,-1 0,5-4,0-1,3-6,4-5,0-1,-5 3,2-2,-2 3,2 2,-2-1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45.618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314 1,'0'5,"0"6,0 7,-5 5,-6 4,-2 2,1 1,-1-4,0-2,4 1,-3-5,1-1,-3-2,2-1,-3-1,1 0,-1 4,-5-3,3 3,-2-3,-2-4,-3-4,3-9,4-9,11-2,12 0,9 2,7 3,5 3,3 2,2 1,0 1,-1 0,0 1,-5-1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47.146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0 0,'5'6,"12"0,3 6,3 4,2 1,3-3,1 1,0 3,1-1,0 1,-5 2,-1-1,-1 0,-3-2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3T07:12:48.850"/>
    </inkml:context>
    <inkml:brush xml:id="br0">
      <inkml:brushProperty name="width" value="0.05" units="cm"/>
      <inkml:brushProperty name="height" value="0.3" units="cm"/>
      <inkml:brushProperty name="color" value="#E71224"/>
      <inkml:brushProperty name="ignorePressure" value="1"/>
      <inkml:brushProperty name="inkEffects" value="pencil"/>
    </inkml:brush>
  </inkml:definitions>
  <inkml:trace contextRef="#ctx0" brushRef="#br0">1 0,'0'10,"0"8,0 7,0 3,0 3,0 0,0 1,0-1,0 0,0-1,0 0,0 0,0 5,0 1,0 0,0-2,0 0,5-13,1-8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07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176 126 24575,'-61'105'0,"38"-68"0,-26 54 0,7 22 0,88-287 0,-42 151 0,2-40 0,-6 48 0,1 1 0,0-1 0,2 1 0,-1 0 0,2 0 0,0 0 0,6-14 0,-1 5 0,-8 18 0,1 0 0,0 0 0,0 1 0,0-1 0,0 1 0,1-1 0,-1 1 0,1 0 0,0 0 0,0 0 0,8-6 0,-11 9 0,1 1 0,0 0 0,-1 0 0,1 0 0,0 0 0,-1 0 0,1 0 0,0 0 0,-1 0 0,1 0 0,0 0 0,-1 0 0,1 0 0,0 1 0,-1-1 0,1 0 0,0 1 0,-1-1 0,1 0 0,-1 1 0,1-1 0,0 0 0,-1 1 0,1-1 0,-1 1 0,0-1 0,1 1 0,-1-1 0,1 1 0,-1 0 0,0-1 0,1 2 0,11 20 0,-8-9 0,0-1 0,-1 1 0,0 0 0,0 0 0,0 19 0,-3 69 0,0 3 0,2-91 0,0-1 0,2 1 0,-1-1 0,2 0 0,-1 0 0,2 0 0,8 14 0,-5-10 0,-2-1 0,0 1 0,6 19 0,-8-14 0,25 80 0,-24-86 0,0 0 0,0-1 0,2 0 0,13 21 0,-15-27 0,0 1 0,0 0 0,-1 0 0,-1 0 0,1 1 0,-2 0 0,1 0 0,2 13 0,-5-19 0,0 1 0,-1-1 0,0 1 0,0-1 0,0 0 0,0 1 0,0-1 0,-1 1 0,0-1 0,0 0 0,0 1 0,-1-1 0,1 0 0,-1 0 0,0 0 0,0 0 0,-1 0 0,1-1 0,-1 1 0,0-1 0,-5 6 0,0-2 0,0 0 0,0-1 0,-17 10 0,23-15 0,-1 0 0,1 1 0,0-1 0,-1 0 0,1 0 0,-1 0 0,1-1 0,-1 1 0,1-1 0,-1 1 0,0-1 0,1 0 0,-1 0 0,0 0 0,1 0 0,-1 0 0,1-1 0,-1 1 0,-4-2 0,6 1 0,1 0 0,-1 0 0,0 1 0,1-1 0,-1 0 0,0 0 0,1 0 0,-1 0 0,1 0 0,0 0 0,-1 0 0,1 0 0,0 0 0,0 0 0,-1 0 0,1 0 0,0 0 0,0-1 0,0 1 0,0 0 0,1 0 0,-1 0 0,0 0 0,0 0 0,0 0 0,1 0 0,-1 0 0,1 0 0,-1 0 0,1 0 0,-1 0 0,2-1 0,17-31 0,-10 23 0,1 1 0,0 0 0,0 1 0,0 0 0,1 1 0,0 0 0,1 0 0,22-8 0,10-7 0,5-4-682,55-19-1,-76 35-6143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13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453 242 24575,'0'356'0,"-2"-343"0,-3-12 0,4-2 0,0 0 0,0-1 0,0 1 0,0-1 0,0 1 0,0-1 0,0 0 0,1 1 0,-1-1 0,0-2 0,-4-14 0,-2-32 0,5 31 0,-9-34 0,-2 10 0,-18-67 0,20 70 0,6 25 0,1-1 0,0 0 0,1 1 0,-1-33 0,4 45 0,0-1 0,0 1 0,1-1 0,-1 1 0,1 0 0,0-1 0,0 1 0,0-1 0,1 1 0,-1 0 0,1 0 0,-1 0 0,1 0 0,0 0 0,0 0 0,1 1 0,-1-1 0,0 1 0,1-1 0,0 1 0,-1 0 0,1 0 0,0 0 0,0 0 0,0 0 0,0 1 0,7-3 0,-6 3 0,0 0 0,0 0 0,0 1 0,0-1 0,0 1 0,0 0 0,0 0 0,0 0 0,1 0 0,-1 1 0,0-1 0,0 1 0,0 0 0,-1 1 0,1-1 0,0 1 0,0-1 0,-1 1 0,7 4 0,4 4 0,-1 1 0,0 0 0,17 20 0,-5-5 0,-15-16 0,0-2 0,-1 0 0,-1 1 0,1 0 0,-2 0 0,1 1 0,-1 0 0,-1 1 0,6 12 0,-6-10 0,-1 0 0,0 0 0,-2 1 0,1 0 0,-2 0 0,2 19 0,-4-28 0,0-1 0,0 1 0,0-1 0,-1 0 0,0 1 0,0-1 0,0 0 0,0 0 0,-1 0 0,1 0 0,-1 0 0,0 0 0,-1 0 0,1 0 0,-1-1 0,1 1 0,-1-1 0,0 0 0,0 0 0,0 0 0,-1 0 0,1 0 0,-1-1 0,-7 5 0,2-3 0,-1 0 0,1-1 0,-1 0 0,0 0 0,0-1 0,-1 0 0,-15 0 0,-77-2 0,63-2 0,-89 1 0,-73-3 0,196 4 0,0-1 0,0 0 0,0 0 0,-1-1 0,1 1 0,-7-4 0,12 4 0,0 1 0,0-1 0,1 1 0,-1 0 0,0-1 0,1 1 0,-1-1 0,0 1 0,1-1 0,-1 0 0,1 1 0,-1-1 0,1 0 0,-1 1 0,1-1 0,-1 0 0,1 0 0,0 1 0,-1-1 0,1 0 0,0-1 0,0 1 0,0-1 0,0 1 0,1 0 0,-1-1 0,0 1 0,1 0 0,0 0 0,-1 0 0,1-1 0,-1 1 0,1 0 0,0 0 0,0 0 0,0 0 0,0 0 0,0 0 0,0 0 0,2-1 0,5-4 0,1-1 0,0 1 0,1 1 0,-1-1 0,1 2 0,13-6 0,63-14 0,-29 10 0,12 1 0,-54 12 0,0-2 0,0 0 0,0-1 0,16-6 0,-3-1 0,0-1 0,0-2 0,-1 0 0,-1-2 0,33-26 0,-2 1 0,-46 34 0,0 0 0,-1 0 0,0 0 0,-1-2 0,1 1 0,-2-1 0,13-16 0,-7 5 0,0 0 0,1 0 0,34-32 0,-55 83 0,-27 66 0,22-69 0,1 0 0,-6 30 0,14-46 0,-1 1 0,-1-1 0,0-1 0,-1 1 0,0 0 0,-1-1 0,0 0 0,-1-1 0,0 1 0,-1-1 0,0-1 0,-12 13 0,10-11 0,1 0 0,-12 19 0,13-17 0,-1-1 0,-13 14 0,19-22 0,-1-1 0,1 0 0,-1 0 0,0 0 0,0 0 0,0-1 0,-1 1 0,1-1 0,-1 0 0,1-1 0,-6 2 0,-10 1 0,-1-1 0,-30 0 0,26-2 0,-30 5 0,6 4-1365,36-7-5461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47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1 24575,'-6'15'0,"0"0"0,2 1 0,-1-1 0,-2 24 0,-7 24 0,8-37 0,1-1 0,1 1 0,1 0 0,1-1 0,3 27 0,-2-70 0,4-188 0,-3 202 0,1 0 0,0 0 0,0 0 0,0 0 0,0 0 0,3-5 0,-4 9 0,0-1 0,0 0 0,1 1 0,-1-1 0,0 1 0,1-1 0,-1 1 0,0-1 0,1 1 0,-1-1 0,1 1 0,-1-1 0,1 1 0,-1-1 0,1 1 0,-1 0 0,1-1 0,-1 1 0,1 0 0,-1-1 0,1 1 0,0 0 0,-1 0 0,1 0 0,-1 0 0,1-1 0,0 1 0,-1 0 0,1 0 0,0 0 0,-1 0 0,1 0 0,-1 1 0,1-1 0,0 0 0,-1 0 0,1 0 0,0 0 0,-1 1 0,1-1 0,-1 0 0,1 1 0,-1-1 0,1 0 0,-1 1 0,1-1 0,-1 1 0,1 0 0,5 5 0,0 0 0,-1 0 0,0 1 0,4 6 0,-4-6 0,0 0 0,0 0 0,0-1 0,11 10 0,-6-6 0,1 0 0,14 20 0,13 13 0,-7-11 0,-1 2 0,-2 1 0,-1 1 0,42 78 0,-45-78 0,-16-26 0,-1 0 0,0 1 0,9 20 0,-15-28 0,0-1 0,0 1 0,0 0 0,-1 0 0,1-1 0,-1 1 0,1 0 0,-1 0 0,0 0 0,0 0 0,0 0 0,-1 0 0,1 0 0,-1-1 0,1 1 0,-1 0 0,0 0 0,0-1 0,0 1 0,-1 0 0,-1 2 0,-5 5 0,0-1 0,-1 1 0,0-2 0,0 1 0,-1-2 0,0 1 0,-19 10 0,28-18 0,0 1 0,1 0 0,-1-1 0,0 0 0,1 1 0,-1-1 0,0 1 0,0-1 0,0 0 0,1 1 0,-1-1 0,0 0 0,0 0 0,0 0 0,0 0 0,1 0 0,-1 0 0,0 0 0,0 0 0,0 0 0,0 0 0,0 0 0,1 0 0,-1-1 0,0 1 0,0 0 0,0-1 0,1 1 0,-1-1 0,0 1 0,0-1 0,1 1 0,-1-1 0,1 1 0,-1-1 0,0 1 0,1-1 0,-1 0 0,1 1 0,-1-1 0,1 0 0,0 0 0,-1 1 0,0-3 0,1 1 0,-1-1 0,1 1 0,-1-1 0,1 0 0,0 0 0,0 1 0,0-1 0,0 0 0,1 1 0,-1-1 0,1 0 0,0 1 0,0-4 0,3-2 0,1 0 0,-1 0 0,1 0 0,1 0 0,-1 1 0,1 0 0,1 0 0,-1 0 0,12-8 0,9-4 0,38-22 0,-43 27 0,-1 1 0,-6 5 0,-1-1 0,0 0 0,-1-1 0,0 0 0,12-13 0,-9 6-1365,-1 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51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113 218 24575,'0'17'0,"0"-13"0,0-12 0,0 4 0,0-36 0,-1 0 0,-9-55 0,9 92 0,-3-35 0,4 37 0,0 1 0,0 0 0,0-1 0,0 1 0,0-1 0,0 1 0,0-1 0,0 1 0,0 0 0,0-1 0,1 1 0,-1-1 0,0 1 0,0 0 0,0-1 0,1 1 0,-1 0 0,0-1 0,0 1 0,1 0 0,-1-1 0,0 1 0,1 0 0,-1 0 0,0-1 0,1 1 0,0 0 0,0 0 0,0 0 0,0 0 0,0 1 0,0-1 0,0 0 0,0 1 0,0-1 0,0 0 0,-1 1 0,1 0 0,0-1 0,0 1 0,0-1 0,0 1 0,-1 0 0,1 0 0,0 0 0,96 109 0,-83-97 0,1 0 0,0-1 0,1-1 0,34 18 0,76 25 0,-111-48 0,-1 0 0,0 1 0,19 13 0,-29-18 0,-1 1 0,1-1 0,-1 1 0,0 0 0,0 0 0,0 0 0,0 0 0,0 0 0,-1 1 0,1-1 0,-1 1 0,0-1 0,0 1 0,-1 0 0,1 0 0,-1 0 0,2 6 0,-3-8 0,0 0 0,0-1 0,-1 1 0,1-1 0,0 1 0,-1-1 0,1 1 0,-1-1 0,1 1 0,-1-1 0,0 1 0,0-1 0,0 0 0,0 1 0,0-1 0,0 0 0,0 0 0,0 0 0,0 1 0,0-1 0,-1-1 0,1 1 0,0 0 0,-1 0 0,1 0 0,-1-1 0,1 1 0,-1-1 0,1 1 0,-1-1 0,1 1 0,-1-1 0,-1 0 0,-9 2 0,0 0 0,0-1 0,-15-1 0,21 0 0,-351-5 0,345 5 0,0 0 0,0-1 0,0-1 0,-12-3 0,21 4 0,0 0 0,0 0 0,0 0 0,0 0 0,1-1 0,-1 1 0,0-1 0,0 0 0,-2-3 0,4 4 0,0 0 0,0 0 0,0 0 0,0 0 0,0-1 0,1 1 0,-1 0 0,0 0 0,1-1 0,-1 1 0,1-1 0,0 1 0,-1 0 0,1-1 0,0 1 0,0-1 0,0 1 0,0-1 0,0 1 0,1-4 0,-1 3 0,1-1 0,1 0 0,-1 0 0,0 1 0,1-1 0,-1 0 0,1 1 0,0-1 0,0 1 0,0 0 0,0 0 0,0 0 0,0 0 0,1 0 0,-1 0 0,1 1 0,-1-1 0,6-2 0,8-3 0,-1 1 0,21-6 0,-19 7 0,23-8 0,-17 7 0,-1-1 0,-1-2 0,26-12 0,-40 16 0,0 0 0,-1-1 0,0 0 0,0 0 0,0 0 0,5-8 0,20-20 0,-26 29 0,-1 1 0,0 0 0,0-1 0,6-8 0,-25 48-35,1 1 0,-18 73 1,14-47-1227,11-35-5565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4:01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10760 6748 24575,'5'-1'0,"0"-1"0,0 1 0,0-1 0,0 0 0,0 0 0,-1-1 0,1 1 0,-1-1 0,0 0 0,0 0 0,0 0 0,0-1 0,4-4 0,7-6 0,4-1 0,-2 2 0,0 0 0,-1-1 0,24-29 0,76-98 0,-88 105 0,23-40 0,16-19 0,77-111 0,-76 106 0,-59 85 0,-1 0 0,-1 0 0,0-1 0,9-31 0,-10 28 0,0 0 0,2 1 0,10-20 0,-3 12 0,7-11 0,-1 0 0,17-47 0,-22 44 0,-3 0 0,-1-1 0,-2-1 0,5-47 0,-13 72 0,1-4 0,-2 1 0,0-1 0,-3-23 0,1 38 0,0-1 0,0 1 0,-1 0 0,0-1 0,0 1 0,0 0 0,-1 0 0,0 1 0,0-1 0,0 0 0,-1 1 0,0 0 0,0 0 0,-6-6 0,-47-42 0,9 10 0,-68-80 0,89 91 0,-1 0 0,-2 2 0,0 1 0,-2 2 0,-2 1 0,0 1 0,-67-35 0,33 26 0,-1 4 0,-1 2 0,-1 4 0,-1 3 0,-1 3 0,-104-12 0,-213-28 0,-14 22 0,304 27 0,-113-24 0,153 24 0,0 3 0,-1 2 0,1 3 0,-1 3 0,-69 10 0,-178 22 0,-15-22 0,288-14 0,0-2 0,0-1 0,-42-13 0,-13-1 0,59 13 0,-48-8 0,-1 2 0,-99 0 0,81 8-5,1-5-1,-109-24 0,95 14-112,-298-57-199,44 6 67,-3 24 142,335 43 112,-731-33 688,544 22-569,19 0-132,-34 20 9,181-2 0,1 4 0,-72 18 0,9 1 0,-190 21 0,217-36 0,-76 5 0,49-17 0,-41 1 0,59 13 0,-8 1 0,-136-13 0,135-4 0,86 2 0,0-2 0,0-1 0,0 0 0,-34-11 0,-78-36 0,80 30 0,30 11 0,1-1 0,0 0 0,0-2 0,1 0 0,0-2 0,1 0 0,-27-25 0,-181-168 0,73 69 0,108 92 0,-18-17 0,64 62 0,-2-1 0,1 0 0,0 1 0,0-1 0,-1-1 0,1 1 0,1 0 0,-1 0 0,-2-3 0,4 4 0,0-1 0,-1 1 0,1 0 0,0 0 0,0-1 0,0 1 0,0 0 0,0-1 0,0 1 0,0 0 0,1 0 0,-1-1 0,0 1 0,1 0 0,-1 0 0,1 0 0,-1 0 0,1-1 0,0 1 0,-1 0 0,2-1 0,-1 0 0,1-1 0,-1 0 0,0 0 0,0 0 0,0 0 0,0 0 0,-1 0 0,1 0 0,-1 0 0,0 0 0,0 0 0,0-4 0,-9-39 0,5 30 0,-5-27 0,-3 0 0,-1 0 0,-2 2 0,-2 0 0,-33-60 0,27 65 0,2 0 0,1-1 0,2-1 0,-24-76 0,30 65 0,8 27 0,-1 0 0,-12-30 0,13 42 0,-4-9 0,0 1 0,-2-1 0,-15-23 0,18 31 0,-1 0 0,2-1 0,0-1 0,0 1 0,1-1 0,-3-13 0,-14-79 0,10 36 0,4 44 0,0 0 0,-2 1 0,0 0 0,-2 1 0,-14-22 0,-17-35 0,32 58 0,0 0 0,-23-31 0,26 39 0,0-1 0,0 1 0,2-1 0,0 0 0,0-1 0,2 1 0,-5-26 0,4 19 0,-1-1 0,-17-40 0,-100-162 0,112 205 0,-13-32 0,-5-10 0,16 39 0,6 9 0,-1 0 0,0 1 0,-19-23 0,18 26 0,0-1 0,1-1 0,0 1 0,1-1 0,1-1 0,-8-18 0,-21-82 0,2 5 0,29 99 0,0 1 0,-1-1 0,-1 1 0,1 1 0,-1-1 0,-1 1 0,-8-9 0,5 6 0,0-1 0,-10-14 0,-10-22 0,-47-98 0,65 121 0,-27-40 0,10 18 0,13 23 0,0 0 0,-1 2 0,-1 0 0,-1 1 0,-1 1 0,0 1 0,-2 0 0,0 2 0,-47-27 0,12 7 0,32 19 0,-32-16 0,29 18 0,20 10 0,0 0 0,-1 0 0,1 1 0,-1 1 0,-11-4 0,16 9 0,9 4 0,15 10 0,-14-11 0,32 26-1365,2 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4:0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648 1 24575,'0'2'0,"-1"0"0,1 0 0,-1 1 0,0-1 0,0 0 0,0 0 0,0 0 0,0 0 0,0 0 0,0 0 0,-1 0 0,1 0 0,-3 2 0,-24 23 0,24-24 0,-93 72 0,43-36 0,38-26 0,-1-1 0,0-1 0,0-1 0,-1 0 0,0-1 0,-1-1 0,-22 7 0,21-8 0,2 1 0,-1 0 0,1 2 0,0 0 0,-28 22 0,12-9 0,4-2 0,-42 40 0,71-61 0,0 1 0,0-1 0,1 1 0,-1 0 0,0-1 0,1 1 0,-1 0 0,0 0 0,1-1 0,-1 1 0,1 0 0,-1 0 0,1 0 0,0 0 0,-1-1 0,1 1 0,0 0 0,0 0 0,-1 0 0,1 0 0,0 0 0,0 1 0,1-1 0,-1 0 0,0-1 0,1 1 0,-1 0 0,1-1 0,0 1 0,-1 0 0,1-1 0,-1 1 0,1-1 0,0 1 0,-1-1 0,1 0 0,0 1 0,0-1 0,-1 0 0,1 1 0,0-1 0,0 0 0,1 0 0,7 2 0,1-1 0,-1 0 0,14-1 0,-17 0 0,150-3 0,101 3 0,-104 23 0,-142-21 0,14 5-1365,-6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4:08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 24575,'-15'36'0,"1"1"0,2 1 0,-11 60 0,17-69 0,-8 59 0,12-66 0,-1 0 0,-1-1 0,-1 1 0,-8 22 0,18-57 0,-1 0 0,0-1 0,-1 0 0,0 0 0,0-22 0,-1-76 0,-2 77 0,-2-2 0,1 27 0,0 0 0,0 0 0,1 0 0,1-1 0,0 1 0,0 0 0,5-18 0,-6 27 0,0 1 0,0 0 0,0 0 0,0-1 0,1 1 0,-1 0 0,0 0 0,0 0 0,0-1 0,0 1 0,0 0 0,0 0 0,1 0 0,-1-1 0,0 1 0,0 0 0,0 0 0,0 0 0,1 0 0,-1 0 0,0-1 0,0 1 0,1 0 0,-1 0 0,0 0 0,0 0 0,0 0 0,1 0 0,-1 0 0,0 0 0,0 0 0,1 0 0,-1 0 0,0 0 0,0 0 0,1 0 0,-1 0 0,0 0 0,0 0 0,0 0 0,1 0 0,-1 0 0,0 1 0,0-1 0,1 0 0,9 13 0,4 18 0,-7-8 0,-2 1 0,6 42 0,0 7 0,18 88 0,-26-147 0,-1-1 0,-1 1 0,0 18 0,-1-26 0,0 0 0,-1 0 0,0 0 0,0 0 0,0 0 0,-1-1 0,0 1 0,0 0 0,-1-1 0,-2 6 0,9-18 0,-1 2 0,1-1 0,0 0 0,0 1 0,0 0 0,10-9 0,29-22 0,131-100 0,-151 123-1365,-3 4-5461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4:12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254 269 24575,'-2'0'0,"0"1"0,1-1 0,-1 1 0,1-1 0,-1 1 0,0 0 0,1 0 0,-1 0 0,1 0 0,0 0 0,-1 0 0,1 0 0,0 0 0,0 1 0,-1-1 0,1 0 0,0 1 0,0-1 0,-1 4 0,-15 30 0,13-16 0,-1 0 0,2-1 0,-2 33 0,8-317 0,-3 187 0,-1 73 0,2 0 0,-1 1 0,0-1 0,1 0 0,0 1 0,1-1 0,-1 0 0,4-7 0,-4 11 0,0 0 0,1 0 0,-1 0 0,0 1 0,1-1 0,-1 0 0,1 0 0,0 1 0,0-1 0,0 1 0,0-1 0,0 1 0,0 0 0,0 0 0,0 0 0,0 0 0,0 0 0,1 1 0,-1-1 0,0 0 0,0 1 0,1 0 0,3 0 0,7 0 0,-1 2 0,1-1 0,0 2 0,-1 0 0,1 0 0,-1 1 0,14 7 0,-8-4 0,-9-4 0,0 1 0,-1 1 0,0-1 0,1 1 0,-2 1 0,1 0 0,-1 0 0,1 0 0,-2 1 0,8 8 0,-12-13 0,0 0 0,0 1 0,-1-1 0,1 1 0,0 0 0,-1-1 0,0 1 0,1 0 0,-1 0 0,0 0 0,-1 0 0,1 0 0,0 0 0,-1 0 0,0 0 0,0 0 0,0 0 0,0 1 0,0-1 0,0 0 0,-1 0 0,0 0 0,0 0 0,1 0 0,-2 0 0,1 0 0,0-1 0,0 1 0,-1 0 0,0-1 0,1 1 0,-1-1 0,0 1 0,-4 2 0,0 1 0,-1 0 0,0 0 0,-1-1 0,1 0 0,-1 0 0,0-1 0,-1 0 0,1-1 0,-1 1 0,1-2 0,-14 4 0,-8-2 0,0 0 0,-34-1 0,14-1 0,35 0 0,1 1 0,-20 5 0,26-5 0,1-1 0,-1 1 0,1-2 0,-1 1 0,0-1 0,1 0 0,-1-1 0,0 0 0,0 0 0,0-1 0,1 0 0,-9-2 0,15 3 0,-1-1 0,1 1 0,0-1 0,0 1 0,0-1 0,0 1 0,-1-1 0,1 0 0,0 0 0,0 0 0,1 1 0,-1-1 0,0 0 0,0 0 0,0 0 0,0 0 0,1-1 0,-1 1 0,1 0 0,-1 0 0,0-3 0,1 3 0,0 0 0,0 0 0,0 1 0,0-1 0,0 0 0,1 0 0,-1 0 0,0 0 0,1 0 0,-1 0 0,1 0 0,-1 0 0,1 1 0,-1-1 0,1 0 0,-1 0 0,1 1 0,0-1 0,-1 0 0,1 1 0,0-1 0,0 1 0,0-1 0,-1 1 0,1-1 0,0 1 0,0-1 0,0 1 0,2-1 0,7-2 0,0 0 0,0 0 0,0 1 0,1 1 0,15-1 0,58 3 0,-40 1 0,3-1 0,-23 1 0,1-1 0,-1-2 0,1 0 0,0-2 0,31-7 0,46-24 0,-89 28 0,-1 0 0,1-1 0,-1 0 0,0-1 0,16-13 0,-26 20 0,0-1 0,-1 1 0,1-1 0,-1 0 0,1 1 0,-1-1 0,1 0 0,-1 0 0,0 0 0,0 0 0,0 0 0,0 0 0,1-4 0,-2 6 0,0-1 0,0 1 0,0 0 0,0 0 0,0 0 0,0 0 0,0 0 0,0 0 0,0 0 0,0 0 0,0-1 0,0 1 0,0 0 0,0 0 0,0 0 0,0 0 0,0 0 0,0 0 0,0 0 0,0 0 0,0-1 0,0 1 0,0 0 0,0 0 0,0 0 0,0 0 0,0 0 0,0 0 0,0 0 0,-1 0 0,1 0 0,0 0 0,0 0 0,0-1 0,0 1 0,0 0 0,0 0 0,0 0 0,0 0 0,0 0 0,-1 0 0,1 0 0,0 0 0,0 0 0,0 0 0,0 0 0,0 0 0,0 0 0,0 0 0,0 0 0,-1 0 0,1 0 0,0 0 0,0 0 0,-8 5 0,-6 9 0,-7 7 0,-26 21 0,28-27 0,1 1 0,-30 35 0,39-41 0,-1 0 0,0-1 0,-1 0 0,1 0 0,-2-2 0,-21 13 0,18-11 0,0 0 0,0 1 0,-19 17 0,3 5 0,20-19 0,0-2 0,-1 1 0,-23 16 0,10-9 3,21-15-155,-1 0 0,1-1 0,-1 1 0,0-1 0,0 0 0,0-1 0,0 1 0,-7 1 0,-3-1-6674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06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24575,'0'328'0,"1"-321"0,-1 0 0,1 0 0,0 0 0,3 9 0,-3-15 0,0 1 0,-1 0 0,1 0 0,0-1 0,0 1 0,0-1 0,0 1 0,0-1 0,0 1 0,2 1 0,-3-3 0,1 0 0,-1 1 0,1-1 0,-1 1 0,1-1 0,0 0 0,-1 0 0,1 1 0,-1-1 0,1 0 0,0 0 0,-1 0 0,1 0 0,0 0 0,-1 0 0,1 0 0,0 0 0,-1 0 0,1 0 0,0 0 0,-1 0 0,1 0 0,0-1 0,-1 1 0,1 0 0,0 0 0,0-1 0,1-1 0,-1 1 0,1 0 0,-1-1 0,1 0 0,-1 1 0,1-1 0,-1 0 0,0 0 0,0 1 0,0-1 0,0 0 0,0 0 0,0 0 0,-1 0 0,1-1 0,-1 1 0,1-2 0,4-42 0,-5 39 0,0-50 0,0 31 0,4-49 0,-3 69 0,0-1 0,0 1 0,1 0 0,0-1 0,0 1 0,0 0 0,1 0 0,0 0 0,0 1 0,1-1 0,-1 1 0,8-8 0,-11 12 0,1 1 0,-1-1 0,1 0 0,0 1 0,0-1 0,-1 0 0,1 1 0,0-1 0,0 1 0,0-1 0,0 1 0,-1-1 0,1 1 0,0 0 0,0-1 0,0 1 0,0 0 0,0 0 0,0 0 0,0-1 0,0 1 0,0 0 0,0 1 0,0-1 0,0 0 0,0 0 0,0 0 0,1 1 0,0 0 0,-1 0 0,1 0 0,0 1 0,-1-1 0,1 1 0,-1-1 0,0 1 0,1-1 0,-1 1 0,0 0 0,0 0 0,1 3 0,3 6 0,0 1 0,-2 0 0,4 16 0,2 32 0,-8-45 0,1 0 0,0 0 0,1 0 0,8 22 0,70 186 0,-79-219 0,-1 1 0,1 0 0,-1 0 0,0-1 0,0 1 0,-1 0 0,0 0 0,0 0 0,0 0 0,0 0 0,-1 0 0,0 0 0,0 0 0,0 0 0,0-1 0,-1 1 0,-3 6 0,-2 1 0,0 0 0,-1-1 0,0-1 0,-16 17 0,11-14 0,28-26 0,0 0 0,1 1 0,1 1 0,-1 0 0,2 1 0,25-10 0,-11 4 0,-22 11-455,1 0 0,19-5 0,-3 4-6371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09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 24575,'-1'20'0,"-2"-1"0,0 1 0,-1-1 0,-1 0 0,-9 24 0,7-21 0,0-1 0,2 1 0,-5 39 0,9 140 0,1-196 0,-1 0 0,0 0 0,0-1 0,0 1 0,0 0 0,-1-1 0,0 1 0,0-1 0,0 1 0,0-1 0,-5 6 0,6-9 0,0 0 0,0 0 0,0 0 0,0 0 0,0 0 0,0 0 0,0 0 0,-1 0 0,1 0 0,0-1 0,-1 1 0,1-1 0,-1 1 0,1-1 0,0 1 0,-4-1 0,3 0 0,0 0 0,0 0 0,0-1 0,0 1 0,0-1 0,0 1 0,0-1 0,0 0 0,0 0 0,0 0 0,0 0 0,0 0 0,1 0 0,-1 0 0,-2-3 0,-4-3 0,1 0 0,0-1 0,0 0 0,0-1 0,1 1 0,0-1 0,1 0 0,0-1 0,-4-10 0,-2-12 0,-12-50 0,-8-21 0,15 67 0,-9-24 0,23 55 0,1 1 0,0-1 0,0 0 0,0 0 0,0 0 0,1 0 0,0 0 0,0 0 0,1-9 0,0 12 0,0 0 0,0-1 0,0 1 0,0 0 0,0 0 0,1 0 0,-1 0 0,0 1 0,1-1 0,0 0 0,-1 1 0,1-1 0,0 1 0,0-1 0,0 1 0,0 0 0,0 0 0,0 0 0,0 0 0,0 0 0,1 0 0,-1 0 0,0 1 0,1-1 0,-1 1 0,3 0 0,10-2 0,0 1 0,0 1 0,15 1 0,-13 0 0,110 0 0,68 4 0,-193-5 0,0 0 0,0 0 0,0 1 0,0-1 0,0 0 0,0 1 0,0-1 0,0 1 0,0-1 0,0 1 0,0 0 0,-1 0 0,1 0 0,0 0 0,0 0 0,-1 0 0,1 1 0,-1-1 0,1 1 0,-1-1 0,2 3 0,-2-2 0,-1 0 0,1 0 0,-1 0 0,0 0 0,0 0 0,0 0 0,0 0 0,0 0 0,0 0 0,0 0 0,-1 0 0,1 0 0,-1 0 0,1 0 0,-1 0 0,0 0 0,0 0 0,0-1 0,0 1 0,0 0 0,-2 2 0,-45 55 0,36-46 0,1 1 0,0-1 0,1 2 0,-10 18 0,3 4 0,8-15 0,-16 27 0,22-44 0,0-1 0,0 1 0,0 0 0,-1-1 0,0 0 0,0 0 0,0 0 0,0-1 0,-1 1 0,-8 5 0,11-8 4,0 0 0,1 0 0,-1-1 0,0 1 0,0 0 0,0-1 0,1 0 0,-1 1 0,0-1 0,0 0 0,0 0 0,0 0 0,0 0 0,0 0 0,0 0 0,0 0 0,1-1 0,-1 1 0,0-1 0,0 1 0,0-1 0,1 0 0,-1 0 0,0 0 0,1 0 0,-1 0 0,1 0 0,-1 0 0,-1-2 0,-1-2-216,0 0-1,0-1 1,0 1 0,1-1 0,0 0 0,-4-10 0,-5-12-6614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42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 24575,'-7'9'0,"1"0"0,0 0 0,0 1 0,1 0 0,1 0 0,0 1 0,-5 16 0,-3 10 0,5-16 0,1-1 0,0 1 0,-4 35 0,-19 193 0,30-227 0,1-16 0,4-13 0,-2-6 0,-1 0 0,0-1 0,2-26 0,3-19 0,2 11 0,-2 0 0,-3 0 0,-1-91 0,-4 149 0,0 8 0,1 1 0,1 0 0,0-1 0,10 36 0,46 125 0,-31-89 0,70 153 0,-90-229 0,-1-1 0,-1 1 0,0 0 0,-1 0 0,0 0 0,-1 0 0,2 29 0,-5-38 0,0 1 0,0 0 0,-1 0 0,1 0 0,-1 0 0,-1-1 0,1 1 0,-1 0 0,0-1 0,0 1 0,0-1 0,-1 0 0,0 0 0,0 0 0,0 0 0,-1 0 0,0-1 0,0 1 0,0-1 0,0 0 0,-1 0 0,-5 3 0,-10 6 0,-1-2 0,-23 10 0,34-16 0,-1-1 0,0 0 0,-1-1 0,1 0 0,-23 2 0,33-5 0,1 0 0,0 0 0,-1 0 0,1 0 0,0 0 0,-1 0 0,1 0 0,0 0 0,-1 0 0,1 0 0,0 0 0,-1 0 0,1 0 0,0 0 0,-1 0 0,1 0 0,0 0 0,0 0 0,-1-1 0,1 1 0,0 0 0,-1 0 0,1 0 0,0-1 0,0 1 0,-1 0 0,1 0 0,0 0 0,0-1 0,-1 1 0,1 0 0,0-1 0,0 1 0,0 0 0,0 0 0,-1-1 0,9-12 0,23-14 0,-26 23 0,16-11 0,0 0 0,33-16 0,8-6 0,-51 30 0,8-6 0,0 1 0,1 1 0,1 1 0,23-9 0,-24 11-1365,-3-1-5461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45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259 395 24575,'-4'68'0,"-16"100"0,15-137 0,-8 27 0,8-41 0,1 0 0,-2 19 0,3 48 0,5-647 0,-3 315 0,1 244 0,0-2 0,0-1 0,0 0 0,1 1 0,2-8 0,-3 13 0,0 0 0,0 1 0,0-1 0,0 0 0,1 0 0,-1 0 0,0 0 0,1 1 0,-1-1 0,1 0 0,-1 0 0,1 1 0,-1-1 0,1 0 0,-1 1 0,1-1 0,-1 0 0,1 1 0,0-1 0,0 1 0,-1-1 0,1 1 0,0 0 0,0-1 0,-1 1 0,1 0 0,0-1 0,0 1 0,0 0 0,0 0 0,-1 0 0,1 0 0,0 0 0,0 0 0,0 0 0,0 0 0,0 0 0,-1 0 0,1 0 0,1 1 0,12 4 0,0 1 0,21 12 0,-18-8 0,27 10 0,167 41 0,-184-54 0,37 7 0,-37-9 0,33 11 0,-59-16 0,0 0 0,0 1 0,1-1 0,-1 0 0,0 1 0,0-1 0,-1 1 0,1-1 0,0 1 0,0-1 0,0 1 0,0 0 0,0 0 0,0-1 0,-1 1 0,1 0 0,1 1 0,-2-1 0,0-1 0,0 1 0,0-1 0,0 1 0,-1-1 0,1 1 0,0-1 0,0 1 0,0-1 0,0 1 0,-1-1 0,1 0 0,0 1 0,0-1 0,-1 1 0,1-1 0,0 0 0,-1 1 0,1-1 0,0 0 0,-1 1 0,1-1 0,0 0 0,-1 1 0,1-1 0,-1 0 0,-5 3 0,0 0 0,0 0 0,0-1 0,-9 2 0,-21 3 0,-1-2 0,0-1 0,-54-1 0,53-3 0,0 1 0,0 3 0,-47 9 0,-131 46 0,206-56 0,0 0 0,0 1 0,-15 8 0,22-10 0,-1 0 0,0 0 0,1 1 0,-1 0 0,1 0 0,0 0 0,0 0 0,0 0 0,0 0 0,-4 7 0,7-9 0,-1 0 0,1 0 0,0-1 0,-1 1 0,1 0 0,0 0 0,0 0 0,-1-1 0,1 1 0,0 0 0,0 0 0,0 0 0,0 0 0,0 0 0,0-1 0,0 1 0,0 0 0,0 0 0,1 0 0,-1 0 0,0-1 0,0 1 0,1 0 0,0 1 0,0-1 0,0 0 0,0 1 0,1-1 0,-1 0 0,0 0 0,0 0 0,1-1 0,-1 1 0,1 0 0,-1 0 0,1-1 0,1 1 0,6 1 0,0 0 0,0 0 0,14-1 0,-21-1 0,17 1 0,-1 0 0,1-2 0,0-1 0,0 0 0,-1-1 0,1-1 0,-1 0 0,26-11 0,-1 0 0,1 2 0,72-12 0,-34 9 0,231-82 0,-269 82 0,-43 16 0,0-1 0,0 1 0,1-1 0,-1 1 0,0 0 0,0-1 0,0 1 0,1 0 0,-1 0 0,0 0 0,0 0 0,0 0 0,1 0 0,-1 0 0,0 0 0,0 1 0,0-1 0,1 0 0,0 1 0,-1 0 0,0 0 0,-1-1 0,0 1 0,1-1 0,-1 1 0,1 0 0,-1 0 0,0-1 0,1 1 0,-1 0 0,0-1 0,0 1 0,1 0 0,-1 0 0,0 0 0,0-1 0,0 1 0,0 0 0,0 0 0,0-1 0,0 1 0,-1 1 0,0 3 0,0 1 0,-1 0 0,0-1 0,0 0 0,0 1 0,-6 7 0,-3 3-163,-24 26 0,25-31-876,-8 10-5787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34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5136 7209 24575,'4'0'0,"1"0"0,-1-1 0,0 0 0,0 0 0,0 0 0,0-1 0,0 0 0,0 1 0,0-1 0,5-4 0,14-6 0,234-89 0,-163 63 0,67-32 0,20-18 0,-173 83 0,1-1 0,-1 0 0,0 0 0,0-1 0,0 0 0,-1 0 0,0-1 0,7-11 0,26-25 0,-30 34 0,0 0 0,0-1 0,-1 0 0,-1 0 0,0-1 0,0 0 0,6-16 0,-12 23 0,0 0 0,0 0 0,0 0 0,0 0 0,-1 0 0,0-1 0,0 1 0,-1 0 0,0-1 0,0 1 0,0 0 0,0-1 0,-1 1 0,0 0 0,0-1 0,0 1 0,-1 0 0,1 0 0,-1 0 0,-1 0 0,-4-8 0,-37-45 0,-7-8 0,-10-45 0,6 11 0,48 90 0,0 1 0,0 1 0,-1-1 0,0 1 0,-1 0 0,-17-12 0,15 13 0,1-2 0,0 1 0,0-1 0,-12-15 0,6 3 0,-1 1 0,-1 0 0,0 2 0,-2 0 0,0 1 0,-30-19 0,31 22 0,0-2 0,1 0 0,1 0 0,-21-27 0,14 17 0,-27-25 0,27 28 0,1-2 0,1 0 0,-22-33 0,31 41 0,-29-31 0,30 37 0,1-1 0,-14-20 0,11 10 0,-1 0 0,-1 1 0,-1 1 0,-1 1 0,-21-18 0,-14-15 0,45 42 0,-1 0 0,0 1 0,0 0 0,-1 1 0,0 0 0,-1 0 0,1 1 0,-1 0 0,-16-6 0,-24-4 0,-75-29 0,-58-23 0,85 35 0,14 9 0,62 20 0,1-1 0,0-1 0,1-1 0,-29-15 0,-47-36 0,34 20 0,-1 3 0,-98-41 0,145 70 0,-1 0 0,1-2 0,1 0 0,0-1 0,-25-20 0,-69-53 0,-14-13 0,-27-22 0,-180-107 0,121 87 0,174 112 0,2-2 0,-53-53 0,-50-75 0,78 76 0,23 27 0,10 23 0,20 23 0,-1-1 0,1 0 0,0 0 0,1 0 0,-8-15 0,7 8 0,-1 0 0,0 0 0,-1 0 0,-1 1 0,0 0 0,-1 1 0,-20-21 0,20 25 0,1-1 0,0 0 0,0 0 0,1-1 0,0 0 0,1 0 0,-7-15 0,3 6 0,-1 0 0,-1 1 0,-24-28 0,-12-20 0,-44-95 0,57 102 0,24 41 0,1 0 0,-11-23 0,18 33 0,-1 0 0,-1 1 0,1 0 0,-1 0 0,-1 0 0,0 1 0,0-1 0,-15-11 0,9 9 0,1-2 0,-15-16 0,-97-152 0,3 3 0,68 116 0,-9-12 0,55 64 0,0 0 0,0 0 0,-1 1 0,0 0 0,0 0 0,-1 1 0,0 0 0,-16-9 0,17 14 0,10 7 0,11 8 0,-9-10 0,0 0 0,0 0 0,1 0 0,-1-1 0,1 0 0,5 3 0,-9-5 0,0 0 0,-1 0 0,1 1 0,0-1 0,0 0 0,0 0 0,0 0 0,0 0 0,0 0 0,0 0 0,-1 0 0,1 0 0,0 0 0,0 0 0,0-1 0,0 1 0,0 0 0,-1-1 0,1 1 0,0 0 0,0-1 0,-1 1 0,1-1 0,0 1 0,0-1 0,-1 0 0,1 1 0,-1-1 0,1 0 0,-1 1 0,1-1 0,-1 0 0,1 0 0,-1 1 0,1-1 0,-1 0 0,0 0 0,0 0 0,1 0 0,-1 1 0,0-1 0,0 0 0,0 0 0,0 0 0,0-1 0,1-4 0,-1-1 0,-1 1 0,1 0 0,-1-1 0,0 1 0,0 0 0,-1 0 0,1 0 0,-1 0 0,-6-12 0,-2 0 0,0 0 0,-15-20 0,-43-51 0,36 50 0,3-1 0,-48-85 0,-6-91 0,38 92 0,-112-249 0,49 122 0,67 162 0,-61-96 0,65 113 0,28 51 0,-1 1 0,-1 1 0,-1 0 0,0 0 0,-16-18 0,-8 1 0,13 14 0,2-1 0,-22-30 0,38 46 0,0 0 0,0 1 0,-1-1 0,0 1 0,0 0 0,0 1 0,-1 0 0,0 0 0,0 0 0,-8-3 0,5 3 0,0 2 0,0-1 0,0 2 0,0-1 0,0 1 0,-1 1 0,-17-1 0,-92 3-1365,94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3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0 24575,'-30'16'0,"-28"19"0,-23 13 0,64-40 0,-2-1 0,1 0 0,-1-2 0,-34 6 0,51-10 0,-1-1 0,0 0 0,0 1 0,0-1 0,1 0 0,-1-1 0,0 1 0,0 0 0,1-1 0,-1 0 0,-3-1 0,6 2 0,0 0 0,0 0 0,0 0 0,0 0 0,0 0 0,0 0 0,0 0 0,-1 0 0,1 0 0,0 0 0,0 0 0,0 0 0,0 0 0,0 0 0,0-1 0,0 1 0,0 0 0,0 0 0,0 0 0,0 0 0,0 0 0,0 0 0,0 0 0,0 0 0,0 0 0,0-1 0,0 1 0,0 0 0,0 0 0,0 0 0,0 0 0,0 0 0,0 0 0,0 0 0,0 0 0,0 0 0,0 0 0,0-1 0,0 1 0,0 0 0,0 0 0,1 0 0,-1 0 0,0 0 0,0 0 0,0 0 0,0 0 0,0 0 0,0 0 0,0 0 0,0 0 0,0 0 0,0 0 0,0 0 0,1 0 0,-1 0 0,0 0 0,9-4 0,11-1 0,7 2 40,0 0 0,53 4 0,-66 0-226,-1 1 1,1 0-1,0 1 0,0 1 1,-1 0-1,0 1 1,19 9-1,-13-3-6640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40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1 24575,'-22'22'0,"1"2"0,-28 43 0,40-55 0,-1 0 0,-1 0 0,0-1 0,-14 11 0,-24 24 0,49-45 0,-1 0 0,0 0 0,1 0 0,-1-1 0,1 1 0,-1 0 0,1 0 0,-1 0 0,1 0 0,-1 0 0,1 0 0,0 0 0,0 0 0,-1 0 0,1 1 0,0-1 0,0 0 0,0 0 0,0 0 0,0 0 0,1 0 0,-1 0 0,0 0 0,0 0 0,1 2 0,1-1 0,-1 1 0,1-1 0,0 0 0,-1 0 0,1 0 0,0 0 0,0 0 0,0 0 0,5 3 0,3 1 0,1 0 0,-1-1 0,22 8 0,-11-8 22,0-1 0,1 0 1,0-2-1,-1 0 0,37-2 0,-33-1-397,1 1 1,-1 2-1,38 7 1,-38-3-6452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3:4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62 574 24575,'0'6'0,"-1"0"0,0 0 0,0-1 0,0 1 0,-4 8 0,-3 14 0,0 44 0,3 0 0,5 106 0,2-72 0,-2 36 0,0-573 0,-2 401 0,-1 1 0,-8-38 0,5 35 0,-3-51 0,7-31 0,5 1 0,21-141 0,-24 251 0,1-4 0,1 1 0,-1-1 0,1 0 0,4-11 0,-5 17 0,-1 0 0,0 1 0,1-1 0,-1 0 0,1 0 0,-1 1 0,1-1 0,-1 0 0,1 1 0,-1-1 0,1 0 0,0 1 0,-1-1 0,1 1 0,0-1 0,-1 1 0,1 0 0,0-1 0,0 1 0,0-1 0,0 1 0,-1 0 0,1 0 0,0 0 0,0 0 0,0-1 0,0 1 0,0 0 0,-1 0 0,1 0 0,0 1 0,0-1 0,0 0 0,0 0 0,0 0 0,-1 1 0,1-1 0,0 0 0,0 1 0,-1-1 0,1 1 0,0-1 0,0 1 0,-1-1 0,1 1 0,0 0 0,4 3 0,0 0 0,-1 1 0,0-1 0,0 1 0,0 0 0,-1 0 0,0 0 0,3 5 0,20 50 0,-12-26 0,3 10 0,-10-27 0,0 1 0,1-1 0,14 22 0,-15-31 0,0 0 0,1-1 0,-1 0 0,2 0 0,-1-1 0,12 7 0,17 13 0,5 12 0,-32-28 0,1 0 0,0 0 0,0-1 0,1-1 0,0 0 0,0-1 0,18 8 0,18 0-17,-39-14-132,1 2-1,-1-1 0,1 2 0,-1-1 0,0 1 0,0 0 1,0 1-1,11 8 0,-7 1-6676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5:19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24575,'0'7'0,"1"-1"0,0 0 0,0 0 0,1 1 0,0-1 0,0 0 0,0-1 0,1 1 0,-1 0 0,2-1 0,4 8 0,7 7 0,26 29 0,-16-22 0,1 4 0,42 68 0,96 220 0,-151-293 0,-4-9 0,12 35 0,-14-36 0,0 0 0,1-1 0,1 0 0,20 26 0,-5-5 0,-6-6 0,-1 1 0,-2 1 0,14 41 0,-20-53 0,22 37 0,4 9 0,-10-16 0,1-1 0,37 50 0,-41-66 0,50 79 0,138 203 0,-153-224 0,-40-59 0,34 43 0,-37-55 0,0 1 0,19 43 0,-21-40 0,29 46 0,-4-24 0,82 79 0,-21-27 0,65 65 0,-44-57 0,-23-27 0,-28-21 0,102 67 0,56-4 0,-31-20 0,-78-35 0,3-6 0,231 81 0,-37-16 0,-228-87 0,174 81 0,-97-53 0,-112-48 0,-1 2 0,47 27 0,-87-41 0,22 13 0,1-1 0,0-1 0,2-2 0,51 16 0,-59-24 0,0-1 0,1-1 0,-1-1 0,51 0 0,-74-4 0,-1 0 0,0 0 0,1 0 0,-1-1 0,0 0 0,0 0 0,5-1 0,-8 1 0,1 1 0,-1 0 0,1-1 0,0 0 0,-1 1 0,1-1 0,-1 1 0,1-1 0,-1 1 0,0-1 0,1 0 0,-1 1 0,0-1 0,1 0 0,-1 0 0,0 1 0,0-1 0,1 0 0,-1 0 0,0 1 0,0-1 0,0 0 0,0 0 0,0 1 0,0-1 0,0 0 0,0 0 0,-1 1 0,1-1 0,0 0 0,0 0 0,-1 1 0,1-1 0,0 0 0,-2-1 0,1 0 0,0-1 0,0 0 0,0 0 0,0 0 0,1 0 0,-1 0 0,1 0 0,-1-1 0,1 1 0,0 0 0,0 0 0,1 0 0,-1 0 0,1 0 0,-1 0 0,1 0 0,0 0 0,0 0 0,0 0 0,1 0 0,-1 0 0,1 1 0,-1-1 0,1 0 0,0 1 0,0 0 0,0-1 0,0 1 0,1 0 0,-1 0 0,1 0 0,-1 0 0,5-2 0,9-4 0,0 0 0,0 1 0,1 1 0,31-8 0,-46 13 0,66-16 0,129-13 0,75 12 6,-18 2-158,-29-7-510,442-29 593,139 51 285,-370 3 445,504-2-661,-863 0 0,-1 4 0,1 3 0,110 24 0,-106-9 0,-1 4 0,-2 3 0,81 42 0,27 38 0,-96-54 0,-65-39 0,-2 2 0,0 1 0,-1 1 0,-1 0 0,30 38 0,-38-42 0,-6-8 0,-1 0 0,0 1 0,-1 0 0,0 0 0,0 0 0,5 17 0,14 61 0,-18-60 0,-3-19 0,0 0 0,0 1 0,1-2 0,0 1 0,9 11 0,6 14 0,83 166 0,-90-176 0,24 36 0,-27-46 0,0 0 0,0 1 0,-2 0 0,0 0 0,0 1 0,-1 0 0,5 23 0,0 18 0,31 100 0,-26-111 0,-2 0 0,-2 0 0,7 52 0,19 297 0,-9-36 0,-1-145 0,-14-126 0,3 117 0,-17 446 0,-1-261 0,1-384 0,0 8 0,0 0 0,-1 0 0,-1 0 0,-3 16 0,5-26 0,-1 0 0,-1 1 0,1-1 0,0 0 0,-1 0 0,0 0 0,1 0 0,-1 0 0,0 0 0,-1-1 0,1 1 0,0-1 0,-1 1 0,1-1 0,-1 0 0,0 0 0,0 0 0,0 0 0,0 0 0,0-1 0,-4 2 0,-25 6 0,0-1 0,-1-1 0,-54 3 0,56-8 0,0 2 0,1 1 0,0 1 0,-49 17 0,4 13 0,54-24 0,0-1 0,-1-1 0,-38 11 0,9-11 0,-95 5 0,59-8 0,-86 18 0,29-9 0,24-4 0,101-9 0,-1 1 0,1 1 0,1 1 0,-23 9 0,35-12-35,7-5 105,10-5-782,-9 6 24,14-10-6138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5:21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0 315 24575,'11'154'0,"-3"-62"0,-4 16 0,5 56 0,-6-149 0,2-12 0,-4-4 0,0 0 0,0 0 0,-1 0 0,1 0 0,0 0 0,-1 0 0,1 0 0,-1 0 0,1-1 0,-1 1 0,1 0 0,-1 0 0,0 0 0,1-1 0,-1 0 0,6-42 0,-1 0 0,-2 0 0,-5-59 0,1 34 0,-1-66 0,4-178 0,-2 306 0,1 1 0,0 0 0,0 0 0,1-1 0,-1 1 0,2 0 0,4-10 0,-7 15 0,1-1 0,0 1 0,-1 0 0,1 0 0,0-1 0,0 1 0,0 0 0,0 0 0,0 0 0,0 0 0,0 1 0,1-1 0,-1 0 0,0 0 0,0 1 0,1-1 0,-1 0 0,0 1 0,1 0 0,-1-1 0,1 1 0,-1 0 0,0-1 0,1 1 0,-1 0 0,1 0 0,-1 0 0,1 0 0,-1 1 0,0-1 0,1 0 0,-1 1 0,1-1 0,-1 1 0,0-1 0,1 1 0,-1-1 0,0 1 0,2 1 0,31 22 0,-26-18 0,-1 0 0,1-1 0,0 0 0,0-1 0,12 6 0,20 2 0,1-1 0,54 6 0,-11-1 0,-4-6 0,-53-8 0,34 9 0,-56-10-195,0 0 0,0 1 0,0-1 0,0 1 0,-1 1 0,9 4 0,1 4-6631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5:23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708 0 24575,'0'3'0,"-1"0"0,0 0 0,-1 0 0,1 0 0,0-1 0,-1 1 0,1-1 0,-1 1 0,0-1 0,-3 4 0,-1 2 0,-13 14 0,-1 0 0,-31 26 0,2-1 0,-69 80 0,60-63 0,-122 107 0,162-156 0,-44 30 0,57-41 0,-1-1 0,0 0 0,0 0 0,-1 0 0,1-1 0,-1 0 0,1 0 0,-11 1 0,16-3 0,-1 0 0,0 1 0,1-1 0,-1 0 0,1 0 0,-1-1 0,1 1 0,-1 0 0,1 0 0,-1-1 0,1 1 0,-1-1 0,1 1 0,-1-1 0,1 0 0,0 1 0,-1-1 0,1 0 0,0 0 0,0 0 0,-1 0 0,1 0 0,0 0 0,0 0 0,0-1 0,0 1 0,0 0 0,1-1 0,-1 1 0,0 0 0,1-1 0,-1 1 0,1-1 0,-1 1 0,1-1 0,0 1 0,-1-3 0,1 2 0,0 0 0,0 0 0,0-1 0,0 1 0,1 0 0,-1 0 0,1-1 0,-1 1 0,1 0 0,0 0 0,0 0 0,0 0 0,0 0 0,0 0 0,0 0 0,1 0 0,-1 0 0,1 0 0,-1 1 0,1-1 0,0 1 0,-1-1 0,1 1 0,0 0 0,3-2 0,3 0 0,0 0 0,0 0 0,1 1 0,-1 0 0,1 0 0,16 0 0,57 2 0,-49 2 0,-3-1 0,-1 2 0,0 1 0,-1 2 0,34 10 0,109 45 0,-82-27 0,-73-29 0,-1 1 0,0 0 0,0 1 0,-1 1 0,0 0 0,0 1 0,-1 0 0,0 1 0,-1 1 0,0 0 0,0 0 0,-1 1 0,11 17 0,-15-20 15,0 0-1,1 0 0,0-1 0,1 0 1,12 8-1,13 13-1465,-22-16-5375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5:27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349 311 24575,'1'51'0,"0"-23"0,-4 48 0,3-76 0,0 1 0,0-1 0,0 0 0,0 1 0,0-1 0,0 1 0,0-1 0,0 0 0,0 1 0,0-1 0,0 1 0,0-1 0,0 0 0,0 1 0,0-1 0,-1 0 0,1 1 0,0-1 0,0 0 0,-1 1 0,1-1 0,0 0 0,0 0 0,-1 1 0,1-1 0,0 0 0,0 0 0,-1 1 0,1-1 0,0 0 0,-1 0 0,1 0 0,-1 0 0,1 1 0,-11-10 0,-5-21 0,10 13 0,0 1 0,2-1 0,0 0 0,1-1 0,-2-29 0,6-94 0,1 77 0,-2 54 0,-1 0 0,1 1 0,1-1 0,0 1 0,4-19 0,-5 26 0,1 1 0,-1 0 0,1 0 0,-1 0 0,1-1 0,-1 1 0,1 0 0,0 0 0,-1 0 0,1 0 0,0 0 0,0 0 0,0 0 0,0 0 0,0 0 0,0 1 0,0-1 0,0 0 0,0 1 0,0-1 0,0 0 0,0 1 0,0 0 0,1-1 0,-1 1 0,0 0 0,0-1 0,1 1 0,-1 0 0,0 0 0,0 0 0,1 0 0,-1 0 0,0 0 0,1 0 0,-1 1 0,0-1 0,0 0 0,0 1 0,1-1 0,-1 1 0,0-1 0,0 1 0,0 0 0,2 1 0,5 3 0,0 0 0,-1 1 0,1 0 0,-1 1 0,0-1 0,-1 2 0,8 9 0,-5-6 0,0-1 0,20 18 0,56 45 0,-51-42 0,67 47 0,-83-68 0,0-1 0,1 0 0,0-2 0,21 6 0,2 1 0,-39-12 0,1-1 0,-1 1 0,1-1 0,-1 1 0,0 0 0,0 0 0,0 1 0,6 4 0,-9-6 0,1-1 0,-1 1 0,1 0 0,-1-1 0,1 1 0,-1 0 0,0 0 0,1-1 0,-1 1 0,0 0 0,0 0 0,0-1 0,1 1 0,-1 0 0,0 0 0,0-1 0,0 1 0,0 0 0,0 0 0,0 0 0,-1-1 0,1 1 0,0 0 0,0 0 0,0-1 0,-1 1 0,1 0 0,0 0 0,-1-1 0,1 1 0,-1 0 0,1-1 0,-1 1 0,1-1 0,-1 1 0,1 0 0,-1-1 0,0 1 0,1-1 0,-1 0 0,0 1 0,1-1 0,-1 1 0,0-1 0,0 0 0,-1 1 0,-5 2 0,0 0 0,0 0 0,0-1 0,-1 0 0,1 0 0,-1-1 0,-10 1 0,-59-1 0,51-2 0,-241 10 0,54 17 0,94-10 0,113-16 0,-34 3 0,38-3 0,0 0 0,0-1 0,-1 1 0,1 0 0,0-1 0,0 0 0,0 1 0,0-1 0,-1 0 0,1 0 0,1 0 0,-1 0 0,0-1 0,-3-1 0,4 2 0,1 1 0,-1-1 0,1 1 0,0-1 0,-1 1 0,1-1 0,0 1 0,-1-1 0,1 0 0,0 1 0,-1-1 0,1 0 0,0 1 0,0-1 0,0 0 0,0 1 0,0-1 0,-1 0 0,1 1 0,0-1 0,1 0 0,-1 1 0,0-1 0,0 0 0,0 1 0,0-1 0,0 1 0,1-1 0,-1 0 0,0 1 0,1-1 0,-1 1 0,0-1 0,1 0 0,-1 1 0,0-1 0,1 1 0,-1-1 0,1 1 0,-1 0 0,1-1 0,0 1 0,-1 0 0,2-1 0,30-16 0,-27 15 0,39-15 0,-23 9 0,0 0 0,-1-1 0,-1-1 0,0 0 0,27-20 0,-9-4 0,46-54 0,28-26 0,-82 84 0,-24 24 0,0 1 0,0-1 0,1 1 0,0 0 0,0 0 0,12-7 0,-17 11 0,0 1 0,-1-1 0,1 1 0,0 0 0,0 0 0,0-1 0,0 1 0,-1 0 0,1 0 0,0 0 0,0 0 0,0 0 0,0 0 0,0 0 0,-1 0 0,1 0 0,0 0 0,0 1 0,0-1 0,0 0 0,-1 1 0,1-1 0,0 0 0,1 2 0,-1-1 0,0 0 0,1 0 0,-1 1 0,0-1 0,0 1 0,0-1 0,-1 1 0,1-1 0,0 1 0,0-1 0,0 4 0,1 2 0,-1 1 0,0-1 0,0 0 0,-1 14 0,-2-4 0,-1 1 0,-1-1 0,0 0 0,-1-1 0,-1 1 0,-16 30 0,13-29 0,1 0 0,1 1 0,1 0 0,-8 35 0,11-33-682,-9 32-1,6-34-6143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5:3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 1051 24575,'-2'0'0,"0"0"0,0-1 0,0 0 0,0 1 0,0-1 0,0 0 0,0 0 0,0 0 0,0 0 0,0 0 0,1 0 0,-1-1 0,0 1 0,1-1 0,-3-2 0,-22-30 0,20 25 0,-5-6 0,1-1 0,1 0 0,1 0 0,0-1 0,1 0 0,1-1 0,1 0 0,0 1 0,-3-30 0,-40-290 0,23 143 0,-4-48 0,29 223 0,0 19 0,0 0 0,0 0 0,0 0 0,0 0 0,0 0 0,1 0 0,-1 0 0,0 0 0,0 0 0,0 0 0,0 0 0,1 0 0,-1 0 0,0 0 0,0 0 0,0 0 0,0 0 0,0 0 0,1 0 0,-1 0 0,0 0 0,0 0 0,0 0 0,0 0 0,1 0 0,-1 0 0,0 0 0,0 0 0,0 0 0,0 0 0,0 1 0,0-1 0,1 0 0,-1 0 0,0 0 0,0 0 0,0 0 0,0 0 0,0 1 0,0-1 0,0 0 0,0 0 0,0 0 0,0 0 0,0 0 0,0 1 0,15 28 0,77 226 0,-50-169 0,79 121 0,-70-125 0,61 129 0,132 301 0,-227-477 0,16 42 0,-29-66 0,0-1 0,-2 1 0,1 0 0,-1 0 0,-1 0 0,0 0 0,0 1 0,-2 20 0,-1-27 0,1 0 0,-1 0 0,0-1 0,0 1 0,0-1 0,0 1 0,-1-1 0,0 0 0,0 0 0,0 0 0,0 0 0,-1-1 0,0 1 0,1-1 0,-1 0 0,0 0 0,-1 0 0,-8 4 0,-8 3 0,-1 0 0,-38 11 0,50-18 0,-49 13 0,54-15 0,1 0 0,-1 0 0,0-1 0,0 0 0,0 0 0,0 0 0,0-1 0,0 1 0,-8-3 0,12 3 0,0-1 0,1 1 0,-1 0 0,0 0 0,0-1 0,1 1 0,-1 0 0,0-1 0,1 1 0,-1 0 0,1-1 0,-1 1 0,1-1 0,-1 1 0,0-1 0,1 0 0,0 1 0,-1-1 0,1 1 0,-1-1 0,1 0 0,0 1 0,-1-1 0,1 0 0,0 1 0,0-1 0,0 0 0,-1 0 0,1 1 0,0-1 0,0 0 0,0 0 0,0 1 0,0-1 0,0 0 0,1 0 0,-1 1 0,0-1 0,0 0 0,0 1 0,1-1 0,-1 0 0,0 1 0,1-1 0,-1 0 0,1 1 0,0-2 0,1-1 0,1 0 0,0 0 0,-1 0 0,1 0 0,1 0 0,-1 0 0,5-2 0,19-11 0,0 2 0,1 1 0,1 2 0,0 0 0,0 2 0,33-6 0,-32 8 43,0-2-1,40-18 1,-40 15-790,58-16 1,-62 23-6080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5:58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24575,'33'31'0,"67"59"0,-37-37 0,101 110 0,40 79 0,-63-73 0,-112-136 0,2-2 0,62 49 0,-71-61 0,0 1 0,-1 2 0,21 27 0,32 34 0,83 47 0,-51-44 0,-63-54 0,0-2 0,83 42 0,-114-66 0,5 5 0,0 0 0,-1 2 0,17 15 0,19 15 0,-7-9 0,-23-16 0,1-2 0,32 18 0,-13-12 0,216 117 0,-180-92 0,89 70 0,-136-95 0,1-1 0,1-1 0,1-2 0,0-2 0,57 20 0,191 41 0,-180-53 0,148 23 0,-185-37 0,262 30 0,-97-1 0,-2 0 0,259 34 0,-380-48 0,117 45 0,-200-61 0,31 11 0,-52-19 0,1-1 0,-1 1 0,0-1 0,1 1 0,-1-1 0,0 0 0,1 0 0,-1 0 0,0-1 0,1 1 0,-1-1 0,0 0 0,5-1 0,-7 2 0,0-1 0,-1 1 0,1-1 0,0 1 0,0 0 0,0-1 0,-1 0 0,1 1 0,0-1 0,-1 1 0,1-1 0,0 0 0,-1 1 0,1-1 0,-1 0 0,1 0 0,-1 1 0,1-1 0,-1 0 0,0 0 0,0 0 0,1 0 0,-1 0 0,0 0 0,0-1 0,0 1 0,0-1 0,0 1 0,-1-1 0,1 0 0,-1 1 0,1-1 0,-1 1 0,0-1 0,0 1 0,1 0 0,-1-1 0,0 1 0,-2-2 0,-1-1 0,1 0 0,-1 0 0,-1 1 0,1-1 0,-1 1 0,1 0 0,-1 1 0,-6-4 0,-13-1 0,-27-5 0,39 10 0,-1-1 0,11 0 0,23-4 0,-17 6 0,210-45-387,246-21 0,99 42 31,2 40-274,-96 0 367,-179-14 307,460 24 362,-550-1 679,-81-8-841,234 2 0,49-59-244,-54 3 0,-270 34 0,1 2 0,126 14 0,-112 1 0,141 18 0,-229-31 0,9 1 0,1 0 0,0-1 0,0 0 0,0 0 0,10-3 0,-18 3 0,-1 0 0,0-1 0,0 0 0,0 1 0,0-1 0,1 0 0,-1 0 0,0 0 0,-1 0 0,1-1 0,0 1 0,0 0 0,0-1 0,-1 1 0,1-1 0,-1 0 0,1 0 0,-1 1 0,0-1 0,1 0 0,-1 0 0,0 0 0,0 0 0,-1 0 0,1-1 0,0 1 0,-1 0 0,1 0 0,-1 0 0,0-5 0,1-9 0,-1 14 0,-1-1 0,1 0 0,1 0 0,-1 1 0,0-1 0,1 0 0,-1 1 0,3-6 0,-2 6 0,0 1 0,0 0 0,0 0 0,0-1 0,0 1 0,1 0 0,-1 0 0,0 0 0,1 0 0,-1 0 0,1 1 0,-1-1 0,1 0 0,-1 1 0,1-1 0,0 1 0,-1-1 0,1 1 0,2 0 0,21-3 0,0 2 0,-1 1 0,1 0 0,0 2 0,31 7 0,-1-2 0,335 58-492,-5 21-278,-93-19-332,-214-50 982,386 87-481,-7 25 353,292 99 315,-519-155 1677,-46-13-308,-55-18-1345,28 9-96,-27-27 5,-47 3 0,-51-16 0,-1-1 0,52 9 0,-80-19 0,-1 1 0,1-1 0,-1 0 0,1 0 0,-1 1 0,1-2 0,-1 1 0,1 0 0,-1-1 0,1 1 0,-1-1 0,0 1 0,1-1 0,-1 0 0,0 0 0,0 0 0,1-1 0,-1 1 0,2-2 0,-3 2 0,0 0 0,-1 0 0,1 0 0,-1 0 0,1 0 0,-1 0 0,1 0 0,-1 0 0,0 0 0,1 0 0,-1 0 0,0 0 0,0 0 0,0 0 0,0 0 0,0 0 0,0-2 0,0 0 0,-1 0 0,0 1 0,0-1 0,0 0 0,0 1 0,0-1 0,0 1 0,-1-1 0,-1-2 0,-37-44 0,29 38 0,2 0 0,-1-1 0,2 0 0,-11-18 0,18 28 0,1 0 0,-1 1 0,0-1 0,0 0 0,1 0 0,-1 0 0,1 0 0,0 1 0,-1-1 0,1 0 0,0 0 0,0 0 0,0 0 0,1 0 0,-1 0 0,0 0 0,1 1 0,-1-1 0,1 0 0,1-3 0,-1 3 0,1-1 0,0 1 0,0 0 0,0 0 0,0 0 0,0 0 0,0 0 0,0 1 0,1-1 0,-1 1 0,1-1 0,4-1 0,8-2 0,0 1 0,0 0 0,1 1 0,17-2 0,-25 4 0,141-12-102,210 9-1,-225 5-374,-24 0 402,356 5-20,-4 31 128,-384-25-33,0 4 0,-1 3 0,147 57 0,-73-27 429,-11-3-39,-97-30-390,0-2 0,0-1 0,1-3 0,64 7 0,-66-12 0,240 17 0,538-23 0,-789 2 0,1 2 0,31 7 0,-27-3 0,41 1 0,428-5 0,-256-5 0,-197 3 0,94 15 0,-136-14 0,293 43 0,-150-25 0,185 14 0,-321-34 0,209 10 0,-159-5 0,89 21 0,-20-5 0,-25-5 0,-46-6 0,-37-6 0,1 1 0,35 11 0,173 61 0,-209-69 0,-22-6 0,1 0 0,-1 0 0,1 0 0,-1 1 0,0-1 0,0 2 0,0-1 0,0 1 0,5 4 0,-4-1 0,0-1 0,0 0 0,1 0 0,0 0 0,0-1 0,0 0 0,1-1 0,0 0 0,-1 0 0,2-1 0,-1 0 0,0 0 0,11 1 0,203 41 0,-192-37 0,-15-3 0,0 1 0,-1 0 0,0 1 0,16 10 0,32 15 0,-40-23 0,131 46 0,-138-50 0,1 0 0,-1 2 0,0 0 0,0 1 0,-1 1 0,0 0 0,17 15 0,39 36 0,-56-46 0,0 1 0,-1 0 0,-1 2 0,0-1 0,-1 2 0,13 24 0,31 43 0,-48-74 0,-1-1 0,0 1 0,0 0 0,-1 1 0,-1-1 0,0 1 0,0 0 0,-1 1 0,-1-1 0,0 1 0,-1-1 0,0 1 0,0 25 0,-1-8 0,0-8 0,-1 1 0,-1-1 0,-4 26 0,4-42 0,0 0 0,-1 0 0,0-1 0,0 1 0,0 0 0,0-1 0,-1 0 0,0 0 0,0 0 0,-1 0 0,1 0 0,-1 0 0,0-1 0,0 0 0,0 0 0,-9 6 0,-37 21 0,30-20 0,0 1 0,-24 20 0,-43 47 0,47-40 0,-1-3 0,-2-2 0,-60 38 0,67-49 0,1 1 0,-57 52 0,18-14 0,30-27 0,-1-2 0,-2-2 0,-68 34 0,69-50 0,39-13 0,-1 0 0,1 0 0,0 0 0,0 1 0,1 0 0,-1 1 0,1-1 0,-10 8 0,-7 11 0,1 0 0,-34 43 0,-7 10 0,5-16-341,-2-2 0,-2-3-1,-72 47 1,112-88-6485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00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625 0 24575,'-10'13'0,"0"-1"0,1 1 0,0 1 0,1 0 0,-8 18 0,-3 7 0,-64 115 0,-97 171 0,165-300 0,-2-1 0,-1-2 0,-1 1 0,-27 24 0,6-12 0,-62 42 0,99-75 0,-15 12 0,18-14 0,0 0 0,0 0 0,-1 0 0,1 0 0,0 1 0,0-1 0,0 0 0,0 0 0,-1 0 0,1 1 0,0-1 0,0 0 0,0 0 0,0 1 0,0-1 0,0 0 0,0 0 0,0 1 0,0-1 0,0 0 0,0 0 0,0 1 0,0-1 0,0 0 0,0 0 0,0 1 0,0-1 0,0 0 0,0 0 0,0 1 0,0-1 0,0 0 0,0 0 0,0 0 0,0 1 0,1-1 0,-1 0 0,0 0 0,0 1 0,0-1 0,1 0 0,-1 0 0,0 0 0,0 0 0,0 0 0,1 1 0,-1-1 0,0 0 0,0 0 0,1 0 0,-1 0 0,0 0 0,0 0 0,1 0 0,-1 0 0,0 0 0,0 0 0,1 0 0,-1 0 0,0 0 0,0 0 0,1 0 0,-1 0 0,0 0 0,0 0 0,1 0 0,-1 0 0,0 0 0,38 1 0,71-5 0,-24 0 0,-44 3 0,0 2 0,62 10 0,-32 0-1365,-41-7-5461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02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1 24575,'-2'22'0,"0"-1"0,-2 1 0,0-1 0,-1 1 0,-11 25 0,-3 17 0,0 3 0,-48 110 0,56-147 0,0 0 0,-9 48 0,15-55 0,1-12 0,1 1 0,-2-1 0,1 0 0,-1-1 0,-1 1 0,0-1 0,-1 0 0,0 0 0,0-1 0,-1 0 0,-16 16 0,15-18 0,10-10 0,17-13 0,-8 10 0,1 0 0,0 0 0,0 1 0,1 1 0,-1 0 0,1 0 0,0 1 0,0 1 0,0 0 0,0 1 0,1 0 0,-1 1 0,0 0 0,1 1 0,-1 0 0,0 1 0,0 0 0,0 1 0,0 1 0,-1 0 0,1 0 0,-1 1 0,15 9 0,54 32-1365,-62-33-5461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37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24575,'2'0'0,"-1"1"0,1-1 0,-1 0 0,1 1 0,-1-1 0,1 1 0,-1 0 0,1-1 0,-1 1 0,1 0 0,-1 0 0,0 0 0,1 0 0,-1 0 0,0 0 0,2 2 0,17 25 0,-12-17 0,147 191 0,-46-62 0,254 297 0,-343-413 0,35 52 0,-47-63 0,-1 1 0,-1-1 0,0 1 0,0 1 0,-2-1 0,4 17 0,-4-12 0,4 22 0,-1-1 0,1 54 0,-7-34 0,3-1 0,18 95 0,-10-95 0,-3 2 0,-3-1 0,-1 83 0,-6-76 0,3 0 0,14 86 0,-5-79 0,-8-43 0,2 0 0,1 0 0,1 0 0,23 57 0,-19-64 0,102 201 0,-93-192 0,2 0 0,1-1 0,1-1 0,37 37 0,-23-33 0,-12-11 0,-1 1 0,25 31 0,-27-24 0,2-1 0,1-2 0,42 37 0,138 98 0,-106-82 0,117 85 0,-181-143 0,1-2 0,1-1 0,1-2 0,53 19 0,149 35 0,-99-31 0,-2-2 0,268 39 0,-268-57 0,-117-17 0,0 2 0,-1 0 0,0 1 0,23 13 0,4 4 0,2-2 0,0-2 0,1-2 0,1-3 0,94 17 0,-60-19 0,301 33 0,-220-42 0,77 5 0,-50 0 0,229 21 0,167 5 0,216-38 0,-806 2 0,5 0 0,0 0 0,0 0 0,0-1 0,0 0 0,11-2 0,-16 2 0,1 0 0,-1 1 0,0-1 0,1 0 0,-1 1 0,0-1 0,0 0 0,1 0 0,-1 0 0,0 0 0,0 0 0,0-1 0,0 1 0,0 0 0,0 0 0,0-1 0,-1 1 0,1 0 0,0-1 0,-1 1 0,1-1 0,-1 1 0,0-1 0,1 1 0,-1-1 0,0 1 0,0-1 0,0-2 0,-7-47 0,4 35 0,1 1 0,-1-23 0,3 34 0,0 0 0,1 0 0,-1 0 0,1 0 0,-1 1 0,1-1 0,0 0 0,1 0 0,-1 1 0,1-1 0,0 1 0,0-1 0,0 1 0,3-5 0,4 0 0,0 0 0,0 1 0,0 0 0,1 0 0,0 1 0,11-5 0,-1 0 0,45-24 0,2 3 0,1 3 0,2 3 0,86-22 0,251-37 0,-65 15 0,114-25 0,-371 77 0,-9 2 0,126-11 0,70 26 0,-171 2 0,71 14 0,-2 0 0,-87-13 0,0 4 0,-1 4 0,86 21 0,-126-20 0,-1 1 0,0 2 0,-1 1 0,-1 3 0,-1 1 0,0 2 0,42 30 0,-5 1 0,-51-38 0,-1 2 0,0 1 0,0 1 0,-2 1 0,24 26 0,-36-33 0,38 47 0,44 71 0,-85-117 0,1 1 0,-2 0 0,0 0 0,4 18 0,11 30 0,-3-14 0,-2 2 0,15 86 0,-12-50 0,-11-42 0,-1 1 0,-1 70 0,5 45 0,3-33 0,-7 223 0,-8-200 0,2-141 0,0-1 0,0 1 0,-1-1 0,0 1 0,-1-1 0,0 0 0,0 1 0,-1-1 0,0 0 0,0 0 0,-1-1 0,0 1 0,0-1 0,-1 0 0,0 0 0,0 0 0,-1-1 0,-12 11 0,-136 135 0,-20 49 0,115-142 0,41-43 0,-32 37 0,25-18 0,2 2 0,-31 64 0,16-26 0,26-53 0,3-6 0,-13 31 0,-29 66 0,28-25-5,20-67-190,-2-1 1,0 0 0,-2 0 0,0-1-1,-1 0 1,-17 30 0,8-28-6632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6:38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368 0 24575,'-32'66'0,"-34"59"0,45-90 0,-2-1 0,-54 62 0,68-84 0,0 0 0,0 0 0,2 1 0,-1 0 0,2 1 0,-8 21 0,-14 27 0,5-25 0,16-28 0,1 1 0,0 1 0,-9 20 0,15-31 0,0 1 0,0-1 0,-1 0 0,1 1 0,0-1 0,0 0 0,0 0 0,0 1 0,0-1 0,0 0 0,0 1 0,0-1 0,0 0 0,0 1 0,0-1 0,0 0 0,0 0 0,0 1 0,0-1 0,0 0 0,0 1 0,0-1 0,1 0 0,-1 0 0,0 1 0,0-1 0,0 0 0,0 0 0,1 1 0,-1-1 0,0 0 0,1 1 0,9-2 0,14-9 0,-9 3 0,0 1 0,0 0 0,1 1 0,0 1 0,0 1 0,0 0 0,28-1 0,3 2 0,66 8 0,-94-4-102,31 8 0,-33-5-1059,6 0-5665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7:14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8279 7152 24575,'10'-10'0,"0"-1"0,-1 0 0,0 0 0,-1-1 0,0 0 0,-1-1 0,0 1 0,6-19 0,-3 1 0,-1 0 0,8-52 0,-14 71 0,0 0 0,1 0 0,0 0 0,12-20 0,6-17 0,26-123 0,-5 15 0,-33 123 0,-2 0 0,-1 0 0,-2-1 0,2-40 0,-7-138 0,-3 101 0,4 85 0,-2-1 0,0 1 0,-2 0 0,-1 0 0,-1 0 0,-17-48 0,13 48 0,-2 1 0,-1 0 0,-20-32 0,4 5 0,2 3 0,19 40 0,-1 0 0,0 0 0,-1 1 0,0 0 0,-1 0 0,-18-11 0,14 10 0,1 0 0,-20-19 0,-81-101 0,107 123 0,0 0 0,0 1 0,-1-1 0,1 2 0,-1-1 0,0 1 0,-13-5 0,-65-19 0,56 20 0,5 1 0,-298-72 0,123 40 0,118 20 0,-1 4 0,-144-8 0,177 22 0,-1-2 0,1-2 0,0-3 0,1-2 0,0-2 0,-66-25 0,65 19 0,0 3 0,-63-12 0,-107-7 0,97 17 0,83 11 0,7 2 0,-1-1 0,1-2 0,-34-13 0,65 18 0,10 0 0,12 0 0,-17 2 0,4 0 0,0-1 0,0 1 0,0 1 0,0-1 0,0 1 0,-1 0 0,1 1 0,0 0 0,12 4 0,-19-5 0,0-1 0,1 0 0,-1 0 0,0 0 0,0 0 0,0 0 0,0 0 0,0 0 0,1 1 0,-1-1 0,0 0 0,0 0 0,0 0 0,0 0 0,0 1 0,0-1 0,0 0 0,0 0 0,0 0 0,0 0 0,0 1 0,1-1 0,-1 0 0,0 0 0,0 0 0,0 1 0,0-1 0,-1 0 0,1 0 0,0 0 0,0 1 0,0-1 0,0 0 0,0 0 0,0 0 0,0 0 0,0 1 0,0-1 0,0 0 0,0 0 0,-1 0 0,1 0 0,0 0 0,0 1 0,0-1 0,0 0 0,0 0 0,-1 0 0,1 0 0,0 0 0,0 0 0,0 0 0,0 0 0,-1 0 0,1 1 0,0-1 0,0 0 0,0 0 0,0 0 0,-1 0 0,1 0 0,0 0 0,0 0 0,-1 0 0,-14 4 0,-46 2 0,0-2 0,-77-5 0,56 0 0,-30 2 0,-98-3 0,155-1 0,-96-18 0,115 14 0,-291-51 0,131 29 0,139 16 0,39 8 0,0 1 0,-37-4 0,13 6 0,-70-14 0,-62-13 0,156 27 0,-92-8 0,-189 7 0,157 5 0,-309-2 0,419 2 0,1 1 0,-33 7 0,-43 5 0,-34 3 0,63-5 0,10-2 0,31-4 0,-51 3 0,-114-9 0,123-2 0,62 0 0,0-2 0,1 0 0,-1 0 0,0-2 0,-26-10 0,0 0 0,16 7 0,1-1 0,-28-16 0,44 20 0,0 0 0,1-1 0,0 0 0,0-1 0,1 0 0,0 0 0,0-1 0,-10-12 0,2 0 0,-24-24 0,23 28 0,2-1 0,-16-21 0,12 11 0,-1 1 0,-1 0 0,-2 2 0,-36-32 0,40 40 0,0-1 0,2 0 0,0-1 0,1-1 0,-27-41 0,-76-133 0,-52-109 0,163 288 0,2-1 0,0-1 0,-7-24 0,8 22 0,-1 1 0,-10-22 0,0 4 0,1-2 0,2 1 0,-15-63 0,-9-119 0,28 163 0,-2-37 0,-6-35 0,9 65 0,2 1 0,7-121 0,1 74 0,-2-482 0,-2 561 0,-1-1 0,-6-30 0,-5-33 0,5 10 0,-29-112 0,35 180 0,-9-75 0,11 72 0,-1 0 0,0 1 0,-2-1 0,0 0 0,-1 1 0,-8-20 0,-16-19 0,-41-60 0,59 99 0,4 4 0,1-1 0,0 1 0,1-1 0,0 0 0,1-1 0,-2-14 0,3 13 0,-1 1 0,0-1 0,-1 1 0,-11-23 0,-116-181 0,116 188 0,1 0 0,-10-37 0,-13-27 0,36 90 0,0 0 0,-1 0 0,0 1 0,0 0 0,0-1 0,0 1 0,0 0 0,-1 0 0,0 1 0,0-1 0,0 1 0,-6-4 0,4 4 0,0 1 0,0-1 0,0 1 0,-1 0 0,1 1 0,-1 0 0,1 0 0,-1 0 0,-9 1 0,-138 4-1365,122-4-5461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7:18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 24575,'0'3'0,"0"0"0,-1 0 0,1 0 0,-1 0 0,0 0 0,0 0 0,0 0 0,-1 0 0,1 0 0,-1 0 0,-2 4 0,-25 28 0,15-20 0,-1 2 0,-1 1 0,0 2 0,-25 41 0,39-57 0,1 1 0,-1-1 0,1 1 0,-1-1 0,2 1 0,-1 0 0,0 0 0,1-1 0,0 1 0,0 0 0,0 0 0,1 5 0,3 8 0,10 32 0,-8-30 0,4 7 0,1 0 0,1-1 0,17 25 0,-21-36 0,-3-8 9,0 0-1,0 0 1,0 0-1,1 0 1,0-1 0,1 0-1,-1 0 1,1-1-1,0 1 1,1-2-1,-1 1 1,1-1-1,13 5 1,-4-2-257,0-2 1,1 0-1,0-1 1,0-1-1,29 1 1,-22-3-6579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7:20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1 842 24575,'40'-83'0,"56"-169"0,-9-98 0,-79 286 0,-7 47 0,2 0 0,7-34 0,-10 51 0,0 0 0,0-1 0,0 1 0,0 0 0,0 0 0,0-1 0,1 1 0,-1 0 0,0-1 0,0 1 0,0 0 0,0 0 0,0-1 0,0 1 0,1 0 0,-1 0 0,0-1 0,0 1 0,0 0 0,0 0 0,1-1 0,-1 1 0,0 0 0,0 0 0,1 0 0,-1-1 0,0 1 0,0 0 0,1 0 0,-1 0 0,0 0 0,1 0 0,-1 0 0,0 0 0,1 0 0,-1 0 0,0 0 0,0 0 0,1 0 0,-1 0 0,1 0 0,8 13 0,5 25 0,-14-37 0,65 169 0,-60-161 15,-1-1 0,1 0 0,1 0 0,0 0 0,0 0 0,0-1 0,8 7 0,8 5-758,23 17 1,-27-24-6084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7:32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7264 5742 24575,'86'-48'0,"-2"-4"0,105-85 0,-132 94 0,73-56 0,212-212 0,-267 241 0,-53 52 0,-1-2 0,-1 0 0,0-2 0,26-36 0,128-244 0,-152 253 0,-2 0 0,-2-2 0,13-57 0,-19 62 0,-9 36 0,0 0 0,-1 0 0,0 0 0,-1 0 0,0 0 0,-1-1 0,0 1 0,0 0 0,-1-1 0,-1 1 0,1 0 0,-2 0 0,1 0 0,-2 0 0,1 1 0,-7-14 0,-54-121 0,-12-24 0,59 136 0,-1 0 0,-2 1 0,-24-29 0,35 50 0,0 0 0,-1 1 0,0 0 0,0 1 0,-18-11 0,-58-26 0,34 20 0,2 2 0,-2 3 0,0 2 0,-71-16 0,-33-10 0,89 22 0,-1 2 0,-88-13 0,-82-7 0,210 35 0,-169-14 0,31 5 0,100 4 0,-286-38 0,-2 28 0,-348 22 0,480 15 0,106-5 0,-11 0 0,-103 6 0,81-3 0,2 0 0,-196 19 0,193-15 0,48-6 0,-157 11 0,181-24 0,-140-20 0,216 20 0,-39-5 0,1-2 0,0-2 0,1-1 0,-48-20 0,75 23 0,-1 0 0,-13-11 0,-23-13 0,19 18 0,0 2 0,-37-9 0,-9-3 0,42 12 0,7 0 0,-2 2 0,1 1 0,-57-9 0,22 9 0,-73-20 0,64 12 0,13 0 0,1-2 0,-62-29 0,-30-10 0,-56-30 0,201 85 0,-91-52 0,19 10 0,52 29 0,1 0 0,-35-30 0,32 23 0,-34-20 0,48 35 0,1-1 0,-21-18 0,30 23 0,-1 0 0,1 0 0,0-1 0,1 1 0,-1-1 0,0 0 0,1 1 0,0-1 0,0 0 0,0 0 0,0-1 0,1 1 0,-2-7 0,3 10 0,0 0 0,0-1 0,0 1 0,0 0 0,0 0 0,0 0 0,1 0 0,-1 0 0,0 0 0,1 0 0,-1 0 0,0 0 0,1 1 0,-1-1 0,1 0 0,0 0 0,-1 0 0,1 0 0,0 1 0,-1-1 0,1 0 0,0 0 0,0 1 0,0-1 0,0 1 0,-1-1 0,1 1 0,0-1 0,1 0 0,7-4 0,-5 2 0,-1 0 0,1 0 0,-1-1 0,0 1 0,0-1 0,0 0 0,0 0 0,-1 0 0,1 0 0,1-6 0,1-2 0,-1-1 0,4-19 0,-3 7 0,-2-1 0,-1 0 0,-1 0 0,-1 0 0,-1 1 0,-1-1 0,-2 0 0,-13-49 0,-9-10 0,-48-105 0,16 49 0,29 63 0,-65-125 0,72 163 0,-70-128 0,72 125 0,1 0 0,-13-50 0,9 11 0,8 25 0,-2 0 0,-28-62 0,4 10 0,6 10 0,28 82 0,1-1 0,0 0 0,2 0 0,0-1 0,-3-31 0,6-93 0,2 67 0,0 109 0,0-3 0,-1-1 0,-1 0 0,-2 0 0,-6 30 0,1-27 0,5-14 0,-2 0 0,0 0 0,0 0 0,-2-1 0,-14 27 0,-4 1 0,17-28 0,-1-1 0,-20 27 0,25-38 0,0-1 0,0 0 0,0 0 0,-1 0 0,1 0 0,-1-1 0,0 0 0,0 0 0,0 0 0,0 0 0,-1-1 0,1 0 0,-8 2 0,-10-1 0,0 0 0,0-1 0,0-1 0,0-2 0,-36-4 0,48 3 30,-1 0 0,1-1 0,-13-4 0,20 6-165,-1-1 0,1 0 0,0 0 0,0 0 0,0 0 0,1-1 0,-1 0 0,1 0 0,-1 0 0,-4-5 0,-2-8-6691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7:17:34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90 24575,'-7'9'0,"1"0"0,-1 0 0,1 1 0,1-1 0,0 1 0,-7 20 0,-8 13 0,10-22 0,1 0 0,0 0 0,2 0 0,-7 33 0,3-10 0,5-23 0,2 0 0,-4 27 0,7-10 0,0-24 0,1-39 0,0-28 0,5-93 0,-3 126 0,1 0 0,1 0 0,1 0 0,1 1 0,9-24 0,-8 32 0,0 0 0,0 0 0,1 1 0,0 0 0,1 0 0,0 0 0,13-9 0,7-8 0,-22 20 0,0 2 0,0-1 0,0 1 0,0 0 0,1 0 0,0 1 0,0 0 0,0 1 0,0 0 0,17-4 0,-21 6 0,0 0 0,0 0 0,0 1 0,0-1 0,0 1 0,0 0 0,0 1 0,-1-1 0,1 0 0,0 1 0,0 0 0,0 0 0,0 0 0,-1 1 0,1-1 0,0 1 0,-1 0 0,1 0 0,-1 0 0,0 0 0,0 1 0,0 0 0,0-1 0,0 1 0,0 0 0,3 5 0,0 2-455,-1-1 0,8 20 0,-5-6-6371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FF349-7FBF-40EE-8EDE-4B17F4B13BC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D2072-0FD5-409F-88F2-4C772FDD3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65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D2072-0FD5-409F-88F2-4C772FDD337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28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D0C3-2E98-31B0-BC08-D05A5F79B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09654-2B18-B65D-0A9D-5C76AADBB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0780-A3D4-4454-0861-8B84768D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A6F00-EDB7-082D-2108-6434ABF2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20DD-564A-E3A4-A6F3-70096BA9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29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8F3D-176A-C988-8248-3CA783E9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7AA90-EFCE-C508-5A99-F83CDFAEA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2D49-8D47-6E06-2870-92392831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DAC63-61F2-9D37-4BB3-353B35A1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DCC2-A8F2-36B7-DA1A-2BBBD2AE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6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A071-80C4-49BF-6BD9-CB6D2990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44DCD-42B2-A912-550B-63F350A4F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47C48-1472-8A4C-0D1E-987BC53E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3C6F-8932-2081-7BC0-3A6CA7A9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60F98-AC98-DB1E-3D02-32A0CFFA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9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99E6-3664-8828-9336-66C3B602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3234-F425-B56B-4259-ED82BE3F0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06C5A-3075-C19F-F828-7858C7A47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36677-809C-71BB-9509-5687746A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CC29E-358B-E9AF-DFF5-1539AD9A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B1E43-1E6D-90C3-CB74-7805EAC4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8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E9CC-875C-688B-3E90-D4E152C5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E327B-B447-3A0C-807F-3C3E4B844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70ADD-3838-4F25-B3E4-0F4740499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E0570-921A-CD0E-B54A-F0BD0F8BF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9F747-9779-39A4-2B47-9FCED4DB8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94EAA-A63A-F8C3-1598-84F57751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9B585-FBE4-09B8-FC42-B64AB819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89C9D-26C0-7F3D-A21A-DE5D8472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16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E296-2860-EAC6-4117-CF9125AD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91B0A-CC51-DB6B-CF59-5EBC5DE2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C7AAC-D2F1-D05B-DAF9-75309185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CFFF5-63FE-D92C-A36A-5658C332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92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62453-3BB7-EE60-9842-78733316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0CDE6-C564-D542-0DA7-498D72B0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92A17-6DFB-AD44-B585-5AF7BFF5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7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2526-A3F7-752A-389E-4EC20B3B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38771-7149-A347-C77D-5D661A740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40A8B-9089-6BBA-39CB-E68809B09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4DEA1-07F5-13FC-9B4C-39D549ED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6D5F8-DEC1-39F4-E157-B45D0775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8949D-E6B4-E5D4-EDF8-D2E880AD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81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BFCE-C086-B092-2C12-030AE7D63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8B2A8-08E3-F2B1-91B6-F3B0880AF50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20D83-F9C2-8B9F-865A-8648DA62A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58DB4-9B85-B61F-8DC3-51851499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AF3E9-DA2D-3D20-9048-1E46AE55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4FFFA-C059-9CBA-78D1-0670E41A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56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6C9A-71D3-104D-891F-FE0232AA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1EABA-02C5-A284-C49B-A60F128A9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FF90-4826-F49B-D9F7-1C132602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E300D-AB14-477E-9EE8-82BED4CD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256B-640F-031B-9140-25423FC5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33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C8092-181D-E8C0-F048-38AB92193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6681E-4812-37A0-E8AD-F05F35635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4D2A7-54F2-742E-B456-95811A66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F5DEA-BDD2-6D32-A1A9-A3905B74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3533E-48FA-FA07-0910-6CB4248A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17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4F9932-AC29-3119-942C-E471F5F8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91F0B-B659-C933-C369-215A114D6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1538-9E41-BFE5-13A0-AFB756D93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DCFEE-8A5E-41AC-BC95-3E40D63CE1B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2741-E3BB-DE5D-4BDA-9C1F2A2FA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E6E33-0E92-BAEE-5DFB-D2B2CFBAC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0A2AF-A7CF-44C9-9F73-F523BECC3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1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16" Type="http://schemas.openxmlformats.org/officeDocument/2006/relationships/image" Target="../media/image7.png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80" Type="http://schemas.openxmlformats.org/officeDocument/2006/relationships/image" Target="../media/image39.png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81" Type="http://schemas.openxmlformats.org/officeDocument/2006/relationships/customXml" Target="../ink/ink40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45C4B5-D013-F039-9CE3-24A381067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4400000" cy="68580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dirty="0"/>
              <a:t>Fact Table</a:t>
            </a:r>
          </a:p>
          <a:p>
            <a:pPr algn="l"/>
            <a:r>
              <a:rPr lang="en-US" sz="2000" dirty="0" err="1"/>
              <a:t>Fact_sales</a:t>
            </a:r>
            <a:r>
              <a:rPr lang="en-US" sz="2000" dirty="0"/>
              <a:t>           </a:t>
            </a:r>
            <a:r>
              <a:rPr lang="en-US" sz="2000" dirty="0" err="1"/>
              <a:t>Fact_budget</a:t>
            </a:r>
            <a:r>
              <a:rPr lang="en-US" sz="2000" dirty="0"/>
              <a:t>           </a:t>
            </a:r>
            <a:r>
              <a:rPr lang="en-US" sz="2000" dirty="0" err="1"/>
              <a:t>Fact_forecast</a:t>
            </a:r>
            <a:r>
              <a:rPr lang="en-US" sz="2000" dirty="0"/>
              <a:t>        </a:t>
            </a:r>
            <a:r>
              <a:rPr lang="en-US" sz="2000" dirty="0" err="1"/>
              <a:t>Fact_inventory</a:t>
            </a:r>
            <a:r>
              <a:rPr lang="en-US" sz="2000" dirty="0"/>
              <a:t>      </a:t>
            </a:r>
            <a:r>
              <a:rPr lang="en-US" sz="2000" dirty="0" err="1"/>
              <a:t>Fact_production</a:t>
            </a:r>
            <a:r>
              <a:rPr lang="en-US" sz="2000" dirty="0"/>
              <a:t>     </a:t>
            </a:r>
            <a:r>
              <a:rPr lang="en-US" sz="2000" dirty="0" err="1"/>
              <a:t>Fact_shipment</a:t>
            </a:r>
            <a:r>
              <a:rPr lang="en-US" sz="2000" dirty="0"/>
              <a:t>         </a:t>
            </a:r>
            <a:r>
              <a:rPr lang="en-US" sz="2000" dirty="0" err="1"/>
              <a:t>Fact_returns</a:t>
            </a:r>
            <a:endParaRPr lang="en-US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r>
              <a:rPr lang="en-IN" sz="2000" dirty="0" err="1"/>
              <a:t>Dim_date</a:t>
            </a:r>
            <a:r>
              <a:rPr lang="en-IN" sz="2000" dirty="0"/>
              <a:t>          </a:t>
            </a:r>
            <a:r>
              <a:rPr lang="en-IN" sz="2000" dirty="0" err="1"/>
              <a:t>Dim_product</a:t>
            </a:r>
            <a:r>
              <a:rPr lang="en-IN" sz="2000" dirty="0"/>
              <a:t>        </a:t>
            </a:r>
            <a:r>
              <a:rPr lang="en-IN" sz="2000" dirty="0" err="1"/>
              <a:t>Dim_customer</a:t>
            </a:r>
            <a:r>
              <a:rPr lang="en-IN" sz="2000" dirty="0"/>
              <a:t>      </a:t>
            </a:r>
            <a:r>
              <a:rPr lang="en-IN" sz="2000" dirty="0" err="1"/>
              <a:t>Dim_region</a:t>
            </a:r>
            <a:r>
              <a:rPr lang="en-IN" sz="2000" dirty="0"/>
              <a:t>        </a:t>
            </a:r>
            <a:r>
              <a:rPr lang="en-IN" sz="2000" dirty="0" err="1"/>
              <a:t>Dim_salesperson</a:t>
            </a:r>
            <a:r>
              <a:rPr lang="en-IN" sz="2000" dirty="0"/>
              <a:t>    </a:t>
            </a:r>
            <a:r>
              <a:rPr lang="en-IN" sz="2000" dirty="0" err="1"/>
              <a:t>Dim_warehouse</a:t>
            </a:r>
            <a:r>
              <a:rPr lang="en-IN" sz="2000" dirty="0"/>
              <a:t>   </a:t>
            </a:r>
            <a:r>
              <a:rPr lang="en-IN" sz="2000" dirty="0" err="1"/>
              <a:t>Dim_plant</a:t>
            </a:r>
            <a:r>
              <a:rPr lang="en-IN" sz="2000" dirty="0"/>
              <a:t>   </a:t>
            </a:r>
            <a:r>
              <a:rPr lang="en-IN" sz="2000" dirty="0" err="1"/>
              <a:t>Dim_transport</a:t>
            </a:r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endParaRPr lang="en-IN" sz="2000" dirty="0"/>
          </a:p>
          <a:p>
            <a:pPr algn="l"/>
            <a:r>
              <a:rPr lang="en-IN" sz="2000" dirty="0"/>
              <a:t>  Dimension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386F25-1E61-D366-7846-AD237F2CA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769404"/>
              </p:ext>
            </p:extLst>
          </p:nvPr>
        </p:nvGraphicFramePr>
        <p:xfrm>
          <a:off x="106326" y="829339"/>
          <a:ext cx="1382232" cy="1892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232">
                  <a:extLst>
                    <a:ext uri="{9D8B030D-6E8A-4147-A177-3AD203B41FA5}">
                      <a16:colId xmlns:a16="http://schemas.microsoft.com/office/drawing/2014/main" val="3880675568"/>
                    </a:ext>
                  </a:extLst>
                </a:gridCol>
              </a:tblGrid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InvoiceNo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97843696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DateKey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2446577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2578700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173167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SalespersonKey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72031426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Quantity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40824306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SalesAmount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8984163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CostAmount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71123384"/>
                  </a:ext>
                </a:extLst>
              </a:tr>
              <a:tr h="210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DiscountPct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73525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8AB2E7-564B-A4B4-A068-A32BDBF70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309637"/>
              </p:ext>
            </p:extLst>
          </p:nvPr>
        </p:nvGraphicFramePr>
        <p:xfrm>
          <a:off x="1899682" y="908235"/>
          <a:ext cx="1382231" cy="16116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231">
                  <a:extLst>
                    <a:ext uri="{9D8B030D-6E8A-4147-A177-3AD203B41FA5}">
                      <a16:colId xmlns:a16="http://schemas.microsoft.com/office/drawing/2014/main" val="1888434431"/>
                    </a:ext>
                  </a:extLst>
                </a:gridCol>
              </a:tblGrid>
              <a:tr h="2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25650609"/>
                  </a:ext>
                </a:extLst>
              </a:tr>
              <a:tr h="2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MonthNo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08536802"/>
                  </a:ext>
                </a:extLst>
              </a:tr>
              <a:tr h="2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20412635"/>
                  </a:ext>
                </a:extLst>
              </a:tr>
              <a:tr h="445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BudgetSales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4672750"/>
                  </a:ext>
                </a:extLst>
              </a:tr>
              <a:tr h="4455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BudgetProfit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444404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A30914-B742-E1CE-09D2-72B486644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80301"/>
              </p:ext>
            </p:extLst>
          </p:nvPr>
        </p:nvGraphicFramePr>
        <p:xfrm>
          <a:off x="3806454" y="908234"/>
          <a:ext cx="1456661" cy="1377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6661">
                  <a:extLst>
                    <a:ext uri="{9D8B030D-6E8A-4147-A177-3AD203B41FA5}">
                      <a16:colId xmlns:a16="http://schemas.microsoft.com/office/drawing/2014/main" val="967734026"/>
                    </a:ext>
                  </a:extLst>
                </a:gridCol>
              </a:tblGrid>
              <a:tr h="2755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8928670"/>
                  </a:ext>
                </a:extLst>
              </a:tr>
              <a:tr h="2755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MonthNo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85003526"/>
                  </a:ext>
                </a:extLst>
              </a:tr>
              <a:tr h="2755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0310823"/>
                  </a:ext>
                </a:extLst>
              </a:tr>
              <a:tr h="2755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57943042"/>
                  </a:ext>
                </a:extLst>
              </a:tr>
              <a:tr h="2755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ForecastQty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117621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C702C3-9551-1D10-FFA0-01CD4D18C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10571"/>
              </p:ext>
            </p:extLst>
          </p:nvPr>
        </p:nvGraphicFramePr>
        <p:xfrm>
          <a:off x="5752200" y="908233"/>
          <a:ext cx="1605530" cy="1813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530">
                  <a:extLst>
                    <a:ext uri="{9D8B030D-6E8A-4147-A177-3AD203B41FA5}">
                      <a16:colId xmlns:a16="http://schemas.microsoft.com/office/drawing/2014/main" val="4015843273"/>
                    </a:ext>
                  </a:extLst>
                </a:gridCol>
              </a:tblGrid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DateKey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78417516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18507469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4058994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OpeningStock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5614439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ClosingStock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41395054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ReceivedQty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7061038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IssuedQty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28966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98D941-7DBE-3603-2668-186CF2163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6451"/>
              </p:ext>
            </p:extLst>
          </p:nvPr>
        </p:nvGraphicFramePr>
        <p:xfrm>
          <a:off x="7814916" y="908233"/>
          <a:ext cx="1605529" cy="1813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529">
                  <a:extLst>
                    <a:ext uri="{9D8B030D-6E8A-4147-A177-3AD203B41FA5}">
                      <a16:colId xmlns:a16="http://schemas.microsoft.com/office/drawing/2014/main" val="989477844"/>
                    </a:ext>
                  </a:extLst>
                </a:gridCol>
              </a:tblGrid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DateKey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99317000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PlantKey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10206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1721305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PlannedQty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08816858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ActualQty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47810142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DowntimeHours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0282275"/>
                  </a:ext>
                </a:extLst>
              </a:tr>
              <a:tr h="259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RejectedQty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61486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995FB0-A29C-4EEC-C313-1B0026DEF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43661"/>
              </p:ext>
            </p:extLst>
          </p:nvPr>
        </p:nvGraphicFramePr>
        <p:xfrm>
          <a:off x="9835086" y="908233"/>
          <a:ext cx="1509853" cy="181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9853">
                  <a:extLst>
                    <a:ext uri="{9D8B030D-6E8A-4147-A177-3AD203B41FA5}">
                      <a16:colId xmlns:a16="http://schemas.microsoft.com/office/drawing/2014/main" val="2283544423"/>
                    </a:ext>
                  </a:extLst>
                </a:gridCol>
              </a:tblGrid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ShipmentID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36237730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ShipmentDateKey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4698183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DeliveryDateKey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0143877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7985275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5878090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TransportKey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8259263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FreightCost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5224072"/>
                  </a:ext>
                </a:extLst>
              </a:tr>
              <a:tr h="2267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OnTimeFlag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01105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93DD43-AFBE-E13C-49AB-D299ECFD0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05812"/>
              </p:ext>
            </p:extLst>
          </p:nvPr>
        </p:nvGraphicFramePr>
        <p:xfrm>
          <a:off x="11887200" y="908224"/>
          <a:ext cx="1222730" cy="1728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2730">
                  <a:extLst>
                    <a:ext uri="{9D8B030D-6E8A-4147-A177-3AD203B41FA5}">
                      <a16:colId xmlns:a16="http://schemas.microsoft.com/office/drawing/2014/main" val="377040019"/>
                    </a:ext>
                  </a:extLst>
                </a:gridCol>
              </a:tblGrid>
              <a:tr h="288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ReturnID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97920462"/>
                  </a:ext>
                </a:extLst>
              </a:tr>
              <a:tr h="288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DateKey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10171678"/>
                  </a:ext>
                </a:extLst>
              </a:tr>
              <a:tr h="288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2071090"/>
                  </a:ext>
                </a:extLst>
              </a:tr>
              <a:tr h="288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8824704"/>
                  </a:ext>
                </a:extLst>
              </a:tr>
              <a:tr h="288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ReturnQty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9078599"/>
                  </a:ext>
                </a:extLst>
              </a:tr>
              <a:tr h="288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ReturnReason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824744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C9DFA57-3C55-D576-F124-5889392D8D26}"/>
              </a:ext>
            </a:extLst>
          </p:cNvPr>
          <p:cNvSpPr txBox="1"/>
          <p:nvPr/>
        </p:nvSpPr>
        <p:spPr>
          <a:xfrm>
            <a:off x="382772" y="34024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6B584735-AEC9-F324-FE58-2261A237A2C2}"/>
              </a:ext>
            </a:extLst>
          </p:cNvPr>
          <p:cNvSpPr/>
          <p:nvPr/>
        </p:nvSpPr>
        <p:spPr>
          <a:xfrm>
            <a:off x="2062716" y="6475228"/>
            <a:ext cx="233917" cy="28707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1164F9A-67A9-B2B0-DCD4-A3259B348949}"/>
              </a:ext>
            </a:extLst>
          </p:cNvPr>
          <p:cNvSpPr/>
          <p:nvPr/>
        </p:nvSpPr>
        <p:spPr>
          <a:xfrm>
            <a:off x="1488559" y="170121"/>
            <a:ext cx="247738" cy="2232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08AE27-6299-D33F-F2CA-76FFA2547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912137"/>
              </p:ext>
            </p:extLst>
          </p:nvPr>
        </p:nvGraphicFramePr>
        <p:xfrm>
          <a:off x="106326" y="3771751"/>
          <a:ext cx="1240465" cy="2324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0465">
                  <a:extLst>
                    <a:ext uri="{9D8B030D-6E8A-4147-A177-3AD203B41FA5}">
                      <a16:colId xmlns:a16="http://schemas.microsoft.com/office/drawing/2014/main" val="3847768732"/>
                    </a:ext>
                  </a:extLst>
                </a:gridCol>
              </a:tblGrid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DateKey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95294138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Date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80783180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36416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Quarter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28476421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MonthNo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7859730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MonthName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21685975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WeekNo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0398256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DayName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84690728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IsWeekend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3190625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1CCBE1-95C9-768D-B9CB-9B57BF4B4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257591"/>
              </p:ext>
            </p:extLst>
          </p:nvPr>
        </p:nvGraphicFramePr>
        <p:xfrm>
          <a:off x="1771660" y="3771750"/>
          <a:ext cx="1382230" cy="1820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230">
                  <a:extLst>
                    <a:ext uri="{9D8B030D-6E8A-4147-A177-3AD203B41FA5}">
                      <a16:colId xmlns:a16="http://schemas.microsoft.com/office/drawing/2014/main" val="689000411"/>
                    </a:ext>
                  </a:extLst>
                </a:gridCol>
              </a:tblGrid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1166814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ProductName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69763124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Brand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366878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Category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3326968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SubCategory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2552070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SKU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8743000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UnitPrice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7819184"/>
                  </a:ext>
                </a:extLst>
              </a:tr>
              <a:tr h="227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CostPrice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7032378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0B8F980-E13D-E1AE-52BB-B483B2B5F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325810"/>
              </p:ext>
            </p:extLst>
          </p:nvPr>
        </p:nvGraphicFramePr>
        <p:xfrm>
          <a:off x="3501653" y="3771750"/>
          <a:ext cx="1644505" cy="1597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4505">
                  <a:extLst>
                    <a:ext uri="{9D8B030D-6E8A-4147-A177-3AD203B41FA5}">
                      <a16:colId xmlns:a16="http://schemas.microsoft.com/office/drawing/2014/main" val="2182581459"/>
                    </a:ext>
                  </a:extLst>
                </a:gridCol>
              </a:tblGrid>
              <a:tr h="266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3068661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CustomerName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76175399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Segment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03237015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City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8543450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5643917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Channel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138259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3C254CF-04B3-A608-5C16-2AF8DA61E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30961"/>
              </p:ext>
            </p:extLst>
          </p:nvPr>
        </p:nvGraphicFramePr>
        <p:xfrm>
          <a:off x="5598461" y="3771751"/>
          <a:ext cx="1014989" cy="13318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989">
                  <a:extLst>
                    <a:ext uri="{9D8B030D-6E8A-4147-A177-3AD203B41FA5}">
                      <a16:colId xmlns:a16="http://schemas.microsoft.com/office/drawing/2014/main" val="4034989630"/>
                    </a:ext>
                  </a:extLst>
                </a:gridCol>
              </a:tblGrid>
              <a:tr h="5245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9045373"/>
                  </a:ext>
                </a:extLst>
              </a:tr>
              <a:tr h="282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02130624"/>
                  </a:ext>
                </a:extLst>
              </a:tr>
              <a:tr h="5245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SalesManager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477999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4F6238A-5C7C-7459-E56E-EDC85D76E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036269"/>
              </p:ext>
            </p:extLst>
          </p:nvPr>
        </p:nvGraphicFramePr>
        <p:xfrm>
          <a:off x="7205316" y="3771750"/>
          <a:ext cx="1605528" cy="1225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528">
                  <a:extLst>
                    <a:ext uri="{9D8B030D-6E8A-4147-A177-3AD203B41FA5}">
                      <a16:colId xmlns:a16="http://schemas.microsoft.com/office/drawing/2014/main" val="250727503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SalespersonKey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1768132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SalespersonName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7380542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0281756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ExperienceYears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939040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48BFBD7-4C72-E4EB-AC84-78A7F71AF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60367"/>
              </p:ext>
            </p:extLst>
          </p:nvPr>
        </p:nvGraphicFramePr>
        <p:xfrm>
          <a:off x="9371260" y="3771749"/>
          <a:ext cx="1498742" cy="133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742">
                  <a:extLst>
                    <a:ext uri="{9D8B030D-6E8A-4147-A177-3AD203B41FA5}">
                      <a16:colId xmlns:a16="http://schemas.microsoft.com/office/drawing/2014/main" val="2219261140"/>
                    </a:ext>
                  </a:extLst>
                </a:gridCol>
              </a:tblGrid>
              <a:tr h="443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94868174"/>
                  </a:ext>
                </a:extLst>
              </a:tr>
              <a:tr h="443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WarehouseName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62424144"/>
                  </a:ext>
                </a:extLst>
              </a:tr>
              <a:tr h="443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Capacity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98277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92ABFDB-2EFB-51AE-7347-AF071F523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775249"/>
              </p:ext>
            </p:extLst>
          </p:nvPr>
        </p:nvGraphicFramePr>
        <p:xfrm>
          <a:off x="11263853" y="3781106"/>
          <a:ext cx="1091179" cy="10141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1179">
                  <a:extLst>
                    <a:ext uri="{9D8B030D-6E8A-4147-A177-3AD203B41FA5}">
                      <a16:colId xmlns:a16="http://schemas.microsoft.com/office/drawing/2014/main" val="2567215452"/>
                    </a:ext>
                  </a:extLst>
                </a:gridCol>
              </a:tblGrid>
              <a:tr h="33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PlantKey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74059647"/>
                  </a:ext>
                </a:extLst>
              </a:tr>
              <a:tr h="33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PlantName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30204359"/>
                  </a:ext>
                </a:extLst>
              </a:tr>
              <a:tr h="33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Location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1656932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B5819BB-41B8-7383-9BCE-23BFCDA7A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16143"/>
              </p:ext>
            </p:extLst>
          </p:nvPr>
        </p:nvGraphicFramePr>
        <p:xfrm>
          <a:off x="12689065" y="3781105"/>
          <a:ext cx="1260850" cy="10141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0850">
                  <a:extLst>
                    <a:ext uri="{9D8B030D-6E8A-4147-A177-3AD203B41FA5}">
                      <a16:colId xmlns:a16="http://schemas.microsoft.com/office/drawing/2014/main" val="597046588"/>
                    </a:ext>
                  </a:extLst>
                </a:gridCol>
              </a:tblGrid>
              <a:tr h="33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TransportKey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6139250"/>
                  </a:ext>
                </a:extLst>
              </a:tr>
              <a:tr h="33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TransportVendor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6517772"/>
                  </a:ext>
                </a:extLst>
              </a:tr>
              <a:tr h="3380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TransportType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53623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9DCD4A3-F456-FE4E-BBB9-4B96E8C16C18}"/>
                  </a:ext>
                </a:extLst>
              </p14:cNvPr>
              <p14:cNvContentPartPr/>
              <p14:nvPr/>
            </p14:nvContentPartPr>
            <p14:xfrm>
              <a:off x="-1542031" y="4965020"/>
              <a:ext cx="360" cy="2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9DCD4A3-F456-FE4E-BBB9-4B96E8C16C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51031" y="4911020"/>
                <a:ext cx="180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5A65B2F-4271-4CD1-1B77-71FA5F6F09A7}"/>
                  </a:ext>
                </a:extLst>
              </p14:cNvPr>
              <p14:cNvContentPartPr/>
              <p14:nvPr/>
            </p14:nvContentPartPr>
            <p14:xfrm>
              <a:off x="1255529" y="1093940"/>
              <a:ext cx="425160" cy="2819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5A65B2F-4271-4CD1-1B77-71FA5F6F09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6529" y="1039940"/>
                <a:ext cx="442800" cy="29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1998642-E997-9350-861F-C94DAAACBD83}"/>
                  </a:ext>
                </a:extLst>
              </p14:cNvPr>
              <p14:cNvContentPartPr/>
              <p14:nvPr/>
            </p14:nvContentPartPr>
            <p14:xfrm>
              <a:off x="1237169" y="3837860"/>
              <a:ext cx="111960" cy="1317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1998642-E997-9350-861F-C94DAAACBD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28529" y="3783860"/>
                <a:ext cx="1296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8B6CE82-D2F8-27A1-FAD4-F26CA102F29D}"/>
                  </a:ext>
                </a:extLst>
              </p14:cNvPr>
              <p14:cNvContentPartPr/>
              <p14:nvPr/>
            </p14:nvContentPartPr>
            <p14:xfrm>
              <a:off x="1198289" y="1084220"/>
              <a:ext cx="209520" cy="122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8B6CE82-D2F8-27A1-FAD4-F26CA102F2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649" y="1030220"/>
                <a:ext cx="22716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8C1E304A-3E00-F120-554C-298D711E1E1B}"/>
              </a:ext>
            </a:extLst>
          </p:cNvPr>
          <p:cNvGrpSpPr/>
          <p:nvPr/>
        </p:nvGrpSpPr>
        <p:grpSpPr>
          <a:xfrm>
            <a:off x="1593929" y="2349620"/>
            <a:ext cx="153360" cy="148680"/>
            <a:chOff x="1593929" y="2349620"/>
            <a:chExt cx="153360" cy="1486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17B29E-83B8-06A6-AF34-3D6D3AD5021F}"/>
                    </a:ext>
                  </a:extLst>
                </p14:cNvPr>
                <p14:cNvContentPartPr/>
                <p14:nvPr/>
              </p14:nvContentPartPr>
              <p14:xfrm>
                <a:off x="1668809" y="2349620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17B29E-83B8-06A6-AF34-3D6D3AD502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60169" y="2295620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728B83B-500C-BFFE-356E-57ADF6F152D0}"/>
                    </a:ext>
                  </a:extLst>
                </p14:cNvPr>
                <p14:cNvContentPartPr/>
                <p14:nvPr/>
              </p14:nvContentPartPr>
              <p14:xfrm>
                <a:off x="1593929" y="2370500"/>
                <a:ext cx="153360" cy="12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728B83B-500C-BFFE-356E-57ADF6F152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84929" y="2316860"/>
                  <a:ext cx="17100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446B74-FE8B-527F-1DA8-6A5CBE5E6E4D}"/>
              </a:ext>
            </a:extLst>
          </p:cNvPr>
          <p:cNvGrpSpPr/>
          <p:nvPr/>
        </p:nvGrpSpPr>
        <p:grpSpPr>
          <a:xfrm>
            <a:off x="1513289" y="1105460"/>
            <a:ext cx="135720" cy="193320"/>
            <a:chOff x="1513289" y="1105460"/>
            <a:chExt cx="135720" cy="193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FFD012-94B9-4B06-7557-E93F084F003A}"/>
                    </a:ext>
                  </a:extLst>
                </p14:cNvPr>
                <p14:cNvContentPartPr/>
                <p14:nvPr/>
              </p14:nvContentPartPr>
              <p14:xfrm>
                <a:off x="1513289" y="1147940"/>
                <a:ext cx="113400" cy="147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FFD012-94B9-4B06-7557-E93F084F00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04289" y="1094300"/>
                  <a:ext cx="13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B24F86-AF28-B343-49BC-80A5CD735D85}"/>
                    </a:ext>
                  </a:extLst>
                </p14:cNvPr>
                <p14:cNvContentPartPr/>
                <p14:nvPr/>
              </p14:nvContentPartPr>
              <p14:xfrm>
                <a:off x="1530929" y="1158380"/>
                <a:ext cx="118080" cy="7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B24F86-AF28-B343-49BC-80A5CD735D8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21929" y="1104380"/>
                  <a:ext cx="135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448BD37-A136-2FD2-1160-1ADBB96D34DC}"/>
                    </a:ext>
                  </a:extLst>
                </p14:cNvPr>
                <p14:cNvContentPartPr/>
                <p14:nvPr/>
              </p14:nvContentPartPr>
              <p14:xfrm>
                <a:off x="1594649" y="1105460"/>
                <a:ext cx="4320" cy="193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448BD37-A136-2FD2-1160-1ADBB96D34D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86009" y="1051460"/>
                  <a:ext cx="21960" cy="3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DC5C8DA-69AD-5771-9A6D-76EA1737AA2C}"/>
                  </a:ext>
                </a:extLst>
              </p14:cNvPr>
              <p14:cNvContentPartPr/>
              <p14:nvPr/>
            </p14:nvContentPartPr>
            <p14:xfrm>
              <a:off x="1254809" y="3526820"/>
              <a:ext cx="218160" cy="353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DC5C8DA-69AD-5771-9A6D-76EA1737AA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48689" y="3520700"/>
                <a:ext cx="23040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B2434F1-C868-B823-2A33-4520A6492198}"/>
                  </a:ext>
                </a:extLst>
              </p14:cNvPr>
              <p14:cNvContentPartPr/>
              <p14:nvPr/>
            </p14:nvContentPartPr>
            <p14:xfrm>
              <a:off x="846569" y="1007540"/>
              <a:ext cx="299160" cy="2206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B2434F1-C868-B823-2A33-4520A649219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0449" y="1001420"/>
                <a:ext cx="3114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7B65C1B-5730-44E3-8727-54B8CB3C4A41}"/>
                  </a:ext>
                </a:extLst>
              </p14:cNvPr>
              <p14:cNvContentPartPr/>
              <p14:nvPr/>
            </p14:nvContentPartPr>
            <p14:xfrm>
              <a:off x="3071729" y="3656780"/>
              <a:ext cx="228240" cy="2710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7B65C1B-5730-44E3-8727-54B8CB3C4A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65609" y="3650660"/>
                <a:ext cx="2404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028AF6A-CCDB-55DB-07E3-53BC35E63862}"/>
                  </a:ext>
                </a:extLst>
              </p14:cNvPr>
              <p14:cNvContentPartPr/>
              <p14:nvPr/>
            </p14:nvContentPartPr>
            <p14:xfrm>
              <a:off x="1001009" y="1303820"/>
              <a:ext cx="207000" cy="143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028AF6A-CCDB-55DB-07E3-53BC35E638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4889" y="1297700"/>
                <a:ext cx="2192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3C836D3-9AAD-940F-3960-A6605AE9DFA0}"/>
                  </a:ext>
                </a:extLst>
              </p14:cNvPr>
              <p14:cNvContentPartPr/>
              <p14:nvPr/>
            </p14:nvContentPartPr>
            <p14:xfrm>
              <a:off x="1229609" y="1557620"/>
              <a:ext cx="4204440" cy="2429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3C836D3-9AAD-940F-3960-A6605AE9DFA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23489" y="1551500"/>
                <a:ext cx="4216680" cy="24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1D85897-905B-041B-E292-A5B9C3B533C8}"/>
                  </a:ext>
                </a:extLst>
              </p14:cNvPr>
              <p14:cNvContentPartPr/>
              <p14:nvPr/>
            </p14:nvContentPartPr>
            <p14:xfrm>
              <a:off x="3626489" y="2913020"/>
              <a:ext cx="249480" cy="1850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1D85897-905B-041B-E292-A5B9C3B533C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620369" y="2906900"/>
                <a:ext cx="2617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69423B4-67D5-8F94-3487-0CC05F07BD11}"/>
                  </a:ext>
                </a:extLst>
              </p14:cNvPr>
              <p14:cNvContentPartPr/>
              <p14:nvPr/>
            </p14:nvContentPartPr>
            <p14:xfrm>
              <a:off x="5073689" y="3688820"/>
              <a:ext cx="147960" cy="216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69423B4-67D5-8F94-3487-0CC05F07BD1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067569" y="3682700"/>
                <a:ext cx="1602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528AB1B-94DB-306F-4C75-031108BD734F}"/>
                  </a:ext>
                </a:extLst>
              </p14:cNvPr>
              <p14:cNvContentPartPr/>
              <p14:nvPr/>
            </p14:nvContentPartPr>
            <p14:xfrm>
              <a:off x="1003889" y="1444580"/>
              <a:ext cx="238320" cy="196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528AB1B-94DB-306F-4C75-031108BD734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97769" y="1438460"/>
                <a:ext cx="25056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85D3118-69D0-A58B-F827-178EEE283164}"/>
                  </a:ext>
                </a:extLst>
              </p14:cNvPr>
              <p14:cNvContentPartPr/>
              <p14:nvPr/>
            </p14:nvContentPartPr>
            <p14:xfrm>
              <a:off x="8782049" y="3667940"/>
              <a:ext cx="164880" cy="2512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85D3118-69D0-A58B-F827-178EEE28316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775929" y="3661820"/>
                <a:ext cx="1771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2289574-BFB1-EC40-0051-0BF84066469D}"/>
                  </a:ext>
                </a:extLst>
              </p14:cNvPr>
              <p14:cNvContentPartPr/>
              <p14:nvPr/>
            </p14:nvContentPartPr>
            <p14:xfrm>
              <a:off x="1224209" y="1764620"/>
              <a:ext cx="183600" cy="1951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2289574-BFB1-EC40-0051-0BF84066469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18089" y="1758500"/>
                <a:ext cx="1958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19E7C1F-43B1-4092-A956-BA1FFEA4714C}"/>
                  </a:ext>
                </a:extLst>
              </p14:cNvPr>
              <p14:cNvContentPartPr/>
              <p14:nvPr/>
            </p14:nvContentPartPr>
            <p14:xfrm>
              <a:off x="10909649" y="3827420"/>
              <a:ext cx="153000" cy="388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19E7C1F-43B1-4092-A956-BA1FFEA4714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903529" y="3821300"/>
                <a:ext cx="16524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44A38D5-69B8-1667-9C44-BD0DCCB6BF6A}"/>
                  </a:ext>
                </a:extLst>
              </p14:cNvPr>
              <p14:cNvContentPartPr/>
              <p14:nvPr/>
            </p14:nvContentPartPr>
            <p14:xfrm>
              <a:off x="6924089" y="1452140"/>
              <a:ext cx="338760" cy="3146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44A38D5-69B8-1667-9C44-BD0DCCB6BF6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17969" y="1446020"/>
                <a:ext cx="351000" cy="32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EB5678E-CB22-3FE9-EAD2-BFC42E718821}"/>
              </a:ext>
            </a:extLst>
          </p:cNvPr>
          <p:cNvGrpSpPr/>
          <p:nvPr/>
        </p:nvGrpSpPr>
        <p:grpSpPr>
          <a:xfrm>
            <a:off x="935489" y="1318220"/>
            <a:ext cx="11473560" cy="3185280"/>
            <a:chOff x="935489" y="1318220"/>
            <a:chExt cx="11473560" cy="31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461BE2-2D29-9A83-F2BF-91A8B34BE1BE}"/>
                    </a:ext>
                  </a:extLst>
                </p14:cNvPr>
                <p14:cNvContentPartPr/>
                <p14:nvPr/>
              </p14:nvContentPartPr>
              <p14:xfrm>
                <a:off x="1234289" y="1338380"/>
                <a:ext cx="2199600" cy="2595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461BE2-2D29-9A83-F2BF-91A8B34BE1B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28169" y="1332260"/>
                  <a:ext cx="2211840" cy="26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18C48D-4433-0B47-5C0C-3B5DFEE91B8B}"/>
                    </a:ext>
                  </a:extLst>
                </p14:cNvPr>
                <p14:cNvContentPartPr/>
                <p14:nvPr/>
              </p14:nvContentPartPr>
              <p14:xfrm>
                <a:off x="1145369" y="1318220"/>
                <a:ext cx="119880" cy="59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18C48D-4433-0B47-5C0C-3B5DFEE91B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39249" y="1312100"/>
                  <a:ext cx="132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3AB25F-538D-C855-F027-C68D8DD0B6C1}"/>
                    </a:ext>
                  </a:extLst>
                </p14:cNvPr>
                <p14:cNvContentPartPr/>
                <p14:nvPr/>
              </p14:nvContentPartPr>
              <p14:xfrm>
                <a:off x="3070289" y="3816620"/>
                <a:ext cx="150480" cy="123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3AB25F-538D-C855-F027-C68D8DD0B6C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64169" y="3810500"/>
                  <a:ext cx="162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023582-D3E5-4133-F057-E3D8081C1F3C}"/>
                    </a:ext>
                  </a:extLst>
                </p14:cNvPr>
                <p14:cNvContentPartPr/>
                <p14:nvPr/>
              </p14:nvContentPartPr>
              <p14:xfrm>
                <a:off x="2401409" y="2684780"/>
                <a:ext cx="223920" cy="437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023582-D3E5-4133-F057-E3D8081C1F3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95289" y="2678660"/>
                  <a:ext cx="2361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746DD16-2F51-78C7-E984-A62B378AACB3}"/>
                    </a:ext>
                  </a:extLst>
                </p14:cNvPr>
                <p14:cNvContentPartPr/>
                <p14:nvPr/>
              </p14:nvContentPartPr>
              <p14:xfrm>
                <a:off x="3231929" y="1573100"/>
                <a:ext cx="3786120" cy="2930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746DD16-2F51-78C7-E984-A62B378AACB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25809" y="1566980"/>
                  <a:ext cx="3798360" cy="29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1DFD4B-4853-A6FC-0C77-3C2E7D59BDC9}"/>
                    </a:ext>
                  </a:extLst>
                </p14:cNvPr>
                <p14:cNvContentPartPr/>
                <p14:nvPr/>
              </p14:nvContentPartPr>
              <p14:xfrm>
                <a:off x="6847049" y="3246020"/>
                <a:ext cx="253440" cy="306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1DFD4B-4853-A6FC-0C77-3C2E7D59BDC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40929" y="3239900"/>
                  <a:ext cx="2656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8AB18E-7E20-8FF9-4151-70A907B15A99}"/>
                    </a:ext>
                  </a:extLst>
                </p14:cNvPr>
                <p14:cNvContentPartPr/>
                <p14:nvPr/>
              </p14:nvContentPartPr>
              <p14:xfrm>
                <a:off x="4285289" y="2732300"/>
                <a:ext cx="346320" cy="322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8AB18E-7E20-8FF9-4151-70A907B15A9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79169" y="2726180"/>
                  <a:ext cx="3585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57BBCA-034E-F78B-4DBD-7E7C8F1816DD}"/>
                    </a:ext>
                  </a:extLst>
                </p14:cNvPr>
                <p14:cNvContentPartPr/>
                <p14:nvPr/>
              </p14:nvContentPartPr>
              <p14:xfrm>
                <a:off x="2861849" y="1429460"/>
                <a:ext cx="313920" cy="174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57BBCA-034E-F78B-4DBD-7E7C8F1816D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855729" y="1423340"/>
                  <a:ext cx="326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90EAA6-11EB-9AFB-CCAC-7B0F5F29CA7F}"/>
                    </a:ext>
                  </a:extLst>
                </p14:cNvPr>
                <p14:cNvContentPartPr/>
                <p14:nvPr/>
              </p14:nvContentPartPr>
              <p14:xfrm>
                <a:off x="6706289" y="3757220"/>
                <a:ext cx="352800" cy="633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90EAA6-11EB-9AFB-CCAC-7B0F5F29CA7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700169" y="3751100"/>
                  <a:ext cx="36504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C5D555E-1362-C600-F013-388555EBE9DB}"/>
                    </a:ext>
                  </a:extLst>
                </p14:cNvPr>
                <p14:cNvContentPartPr/>
                <p14:nvPr/>
              </p14:nvContentPartPr>
              <p14:xfrm>
                <a:off x="935489" y="1849580"/>
                <a:ext cx="8231760" cy="2169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C5D555E-1362-C600-F013-388555EBE9D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9369" y="1843460"/>
                  <a:ext cx="8244000" cy="21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7977CFD-DFB2-FA83-7894-3C48DA25E9A3}"/>
                    </a:ext>
                  </a:extLst>
                </p14:cNvPr>
                <p14:cNvContentPartPr/>
                <p14:nvPr/>
              </p14:nvContentPartPr>
              <p14:xfrm>
                <a:off x="7387769" y="2891420"/>
                <a:ext cx="225000" cy="329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7977CFD-DFB2-FA83-7894-3C48DA25E9A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81649" y="2885300"/>
                  <a:ext cx="2372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935A18-E29F-2DA2-9044-2FE0AB784F1C}"/>
                    </a:ext>
                  </a:extLst>
                </p14:cNvPr>
                <p14:cNvContentPartPr/>
                <p14:nvPr/>
              </p14:nvContentPartPr>
              <p14:xfrm>
                <a:off x="1451009" y="2296340"/>
                <a:ext cx="149040" cy="29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935A18-E29F-2DA2-9044-2FE0AB784F1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444889" y="2290220"/>
                  <a:ext cx="161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ACA6C7-CD4B-3803-0AB6-ED48BF3C5F29}"/>
                    </a:ext>
                  </a:extLst>
                </p14:cNvPr>
                <p14:cNvContentPartPr/>
                <p14:nvPr/>
              </p14:nvContentPartPr>
              <p14:xfrm>
                <a:off x="7325489" y="1615940"/>
                <a:ext cx="3966840" cy="2505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ACA6C7-CD4B-3803-0AB6-ED48BF3C5F2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19369" y="1609820"/>
                  <a:ext cx="3979080" cy="25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B93F7A2-8BC1-B3A6-13D2-488B46D416CC}"/>
                    </a:ext>
                  </a:extLst>
                </p14:cNvPr>
                <p14:cNvContentPartPr/>
                <p14:nvPr/>
              </p14:nvContentPartPr>
              <p14:xfrm>
                <a:off x="9543089" y="3019220"/>
                <a:ext cx="165600" cy="22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B93F7A2-8BC1-B3A6-13D2-488B46D416C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36969" y="3013100"/>
                  <a:ext cx="177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A6EAD7-8A59-4681-6960-5086440AA552}"/>
                    </a:ext>
                  </a:extLst>
                </p14:cNvPr>
                <p14:cNvContentPartPr/>
                <p14:nvPr/>
              </p14:nvContentPartPr>
              <p14:xfrm>
                <a:off x="9321689" y="1380140"/>
                <a:ext cx="3087360" cy="2574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A6EAD7-8A59-4681-6960-5086440AA55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15569" y="1374020"/>
                  <a:ext cx="3099600" cy="258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ADAFC63-0CAB-4FBD-8F84-4BAB9682088D}"/>
                  </a:ext>
                </a:extLst>
              </p14:cNvPr>
              <p14:cNvContentPartPr/>
              <p14:nvPr/>
            </p14:nvContentPartPr>
            <p14:xfrm>
              <a:off x="11735129" y="2997980"/>
              <a:ext cx="129600" cy="2242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ADAFC63-0CAB-4FBD-8F84-4BAB9682088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729009" y="2991860"/>
                <a:ext cx="1418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8910538-8B0D-9873-9805-8D36A320E295}"/>
                  </a:ext>
                </a:extLst>
              </p14:cNvPr>
              <p14:cNvContentPartPr/>
              <p14:nvPr/>
            </p14:nvContentPartPr>
            <p14:xfrm>
              <a:off x="9505289" y="1631780"/>
              <a:ext cx="172800" cy="3031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8910538-8B0D-9873-9805-8D36A320E29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499169" y="1625660"/>
                <a:ext cx="185040" cy="31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54EDB1B8-0CD5-6D8C-A44B-3D3E5B7BB78B}"/>
              </a:ext>
            </a:extLst>
          </p:cNvPr>
          <p:cNvGrpSpPr/>
          <p:nvPr/>
        </p:nvGrpSpPr>
        <p:grpSpPr>
          <a:xfrm>
            <a:off x="11335169" y="1972700"/>
            <a:ext cx="3112560" cy="2067480"/>
            <a:chOff x="11335169" y="1972700"/>
            <a:chExt cx="3112560" cy="20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8E5B19D-ABDB-364D-154C-7D037EB142EA}"/>
                    </a:ext>
                  </a:extLst>
                </p14:cNvPr>
                <p14:cNvContentPartPr/>
                <p14:nvPr/>
              </p14:nvContentPartPr>
              <p14:xfrm>
                <a:off x="11335169" y="1972700"/>
                <a:ext cx="3112560" cy="2067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8E5B19D-ABDB-364D-154C-7D037EB142E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29049" y="1966580"/>
                  <a:ext cx="3124800" cy="20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54EEE1E-6255-527A-6018-6F69871DFC3E}"/>
                    </a:ext>
                  </a:extLst>
                </p14:cNvPr>
                <p14:cNvContentPartPr/>
                <p14:nvPr/>
              </p14:nvContentPartPr>
              <p14:xfrm>
                <a:off x="11535689" y="2274380"/>
                <a:ext cx="136440" cy="195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54EEE1E-6255-527A-6018-6F69871DFC3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529569" y="2268260"/>
                  <a:ext cx="148680" cy="20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198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137</Words>
  <Application>Microsoft Office PowerPoint</Application>
  <PresentationFormat>Widescreen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Heads Up TAX</dc:creator>
  <cp:lastModifiedBy>Heads Up TAX</cp:lastModifiedBy>
  <cp:revision>4</cp:revision>
  <dcterms:created xsi:type="dcterms:W3CDTF">2026-10-03T06:58:00Z</dcterms:created>
  <dcterms:modified xsi:type="dcterms:W3CDTF">2026-10-03T07:21:35Z</dcterms:modified>
</cp:coreProperties>
</file>